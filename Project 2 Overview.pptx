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58000" cy="9144000"/>
  <p:embeddedFontLst>
    <p:embeddedFont>
      <p:font typeface="Candara"/>
      <p:regular r:id="rId33"/>
      <p:bold r:id="rId34"/>
      <p:italic r:id="rId35"/>
      <p:boldItalic r:id="rId36"/>
    </p:embeddedFont>
    <p:embeddedFont>
      <p:font typeface="Gill Sans"/>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9" roundtripDataSignature="AMtx7mhd9WWu8Er52Lho2VozriuNUQyS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andara-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andara-italic.fntdata"/><Relationship Id="rId12" Type="http://schemas.openxmlformats.org/officeDocument/2006/relationships/slide" Target="slides/slide7.xml"/><Relationship Id="rId34" Type="http://schemas.openxmlformats.org/officeDocument/2006/relationships/font" Target="fonts/Candara-bold.fntdata"/><Relationship Id="rId15" Type="http://schemas.openxmlformats.org/officeDocument/2006/relationships/slide" Target="slides/slide10.xml"/><Relationship Id="rId37" Type="http://schemas.openxmlformats.org/officeDocument/2006/relationships/font" Target="fonts/GillSans-regular.fntdata"/><Relationship Id="rId14" Type="http://schemas.openxmlformats.org/officeDocument/2006/relationships/slide" Target="slides/slide9.xml"/><Relationship Id="rId36" Type="http://schemas.openxmlformats.org/officeDocument/2006/relationships/font" Target="fonts/Candara-boldItalic.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GillSan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2" name="Google Shape;11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0235e6b384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0235e6b384_0_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1" name="Google Shape;121;g30235e6b384_0_2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29" name="Google Shape;129;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02481d6316_1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302481d6316_1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g302481d6316_1_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02481d6316_1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02481d6316_1_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7" name="Google Shape;147;g302481d6316_1_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02b33d06d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02b33d06d2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5" name="Google Shape;155;g302b33d06d2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02b33d06d2_0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02b33d06d2_0_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3" name="Google Shape;163;g302b33d06d2_0_9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048c324121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048c324121_0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1" name="Google Shape;171;g3048c324121_0_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04953f0a42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04953f0a42_0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0" name="Google Shape;180;g304953f0a42_0_1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04953f0a4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04953f0a42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9" name="Google Shape;189;g304953f0a42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02b33d06d2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02b33d06d2_0_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7" name="Google Shape;197;g302b33d06d2_0_8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02b33d06d2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02b33d06d2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6" name="Google Shape;206;g302b33d06d2_0_4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02b33d06d2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02b33d06d2_0_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5" name="Google Shape;215;g302b33d06d2_0_4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02b33d06d2_0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02b33d06d2_0_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3" name="Google Shape;223;g302b33d06d2_0_5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02b33d06d2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02b33d06d2_0_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1" name="Google Shape;231;g302b33d06d2_0_6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04953f0a42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04953f0a42_0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0" name="Google Shape;240;g304953f0a42_0_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02481d631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302481d6316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g302481d6316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048c324121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048c324121_0_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g3048c324121_0_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02481d6316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302481d6316_0_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g302481d6316_0_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75" name="Google Shape;27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0235e6b384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0235e6b384_0_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g30235e6b384_0_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0235e6b384_0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g30235e6b384_0_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g30235e6b384_0_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0235e6b384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30235e6b384_0_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g30235e6b384_0_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0235e6b384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0235e6b384_0_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1" name="Google Shape;311;g30235e6b384_0_2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02481d6316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02481d6316_0_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19" name="Google Shape;319;g302481d6316_0_2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0235e6b384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0235e6b384_0_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7" name="Google Shape;327;g30235e6b384_0_3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02481d6316_1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302481d6316_1_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https://www.gem5.org/documentation/general_docs/cpu_models/SimpleCPU</a:t>
            </a:r>
            <a:endParaRPr/>
          </a:p>
        </p:txBody>
      </p:sp>
      <p:sp>
        <p:nvSpPr>
          <p:cNvPr id="367" name="Google Shape;367;g302481d6316_1_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30"/>
          <p:cNvSpPr txBox="1"/>
          <p:nvPr>
            <p:ph type="ctrTitle"/>
          </p:nvPr>
        </p:nvSpPr>
        <p:spPr>
          <a:xfrm>
            <a:off x="1511300" y="1114425"/>
            <a:ext cx="9448800" cy="12801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chemeClr val="dk1"/>
              </a:buClr>
              <a:buSzPts val="2400"/>
              <a:buFont typeface="Candara"/>
              <a:buNone/>
              <a:defRPr sz="2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0"/>
          <p:cNvSpPr txBox="1"/>
          <p:nvPr>
            <p:ph idx="1" type="subTitle"/>
          </p:nvPr>
        </p:nvSpPr>
        <p:spPr>
          <a:xfrm>
            <a:off x="1524001" y="3124200"/>
            <a:ext cx="9436100" cy="7620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450"/>
              </a:spcBef>
              <a:spcAft>
                <a:spcPts val="0"/>
              </a:spcAft>
              <a:buSzPts val="1140"/>
              <a:buNone/>
              <a:defRPr sz="1500">
                <a:solidFill>
                  <a:schemeClr val="dk2"/>
                </a:solidFill>
                <a:latin typeface="Candara"/>
                <a:ea typeface="Candara"/>
                <a:cs typeface="Candara"/>
                <a:sym typeface="Candara"/>
              </a:defRPr>
            </a:lvl1pPr>
            <a:lvl2pPr lvl="1" algn="ctr">
              <a:lnSpc>
                <a:spcPct val="100000"/>
              </a:lnSpc>
              <a:spcBef>
                <a:spcPts val="375"/>
              </a:spcBef>
              <a:spcAft>
                <a:spcPts val="0"/>
              </a:spcAft>
              <a:buSzPts val="1368"/>
              <a:buNone/>
              <a:defRPr/>
            </a:lvl2pPr>
            <a:lvl3pPr lvl="2" algn="ctr">
              <a:lnSpc>
                <a:spcPct val="100000"/>
              </a:lnSpc>
              <a:spcBef>
                <a:spcPts val="375"/>
              </a:spcBef>
              <a:spcAft>
                <a:spcPts val="0"/>
              </a:spcAft>
              <a:buSzPts val="1368"/>
              <a:buNone/>
              <a:defRPr/>
            </a:lvl3pPr>
            <a:lvl4pPr lvl="3" algn="ctr">
              <a:lnSpc>
                <a:spcPct val="100000"/>
              </a:lnSpc>
              <a:spcBef>
                <a:spcPts val="300"/>
              </a:spcBef>
              <a:spcAft>
                <a:spcPts val="0"/>
              </a:spcAft>
              <a:buSzPts val="1260"/>
              <a:buNone/>
              <a:defRPr/>
            </a:lvl4pPr>
            <a:lvl5pPr lvl="4" algn="ctr">
              <a:lnSpc>
                <a:spcPct val="100000"/>
              </a:lnSpc>
              <a:spcBef>
                <a:spcPts val="225"/>
              </a:spcBef>
              <a:spcAft>
                <a:spcPts val="0"/>
              </a:spcAft>
              <a:buSzPts val="1260"/>
              <a:buNone/>
              <a:defRPr/>
            </a:lvl5pPr>
            <a:lvl6pPr lvl="5" algn="ctr">
              <a:lnSpc>
                <a:spcPct val="100000"/>
              </a:lnSpc>
              <a:spcBef>
                <a:spcPts val="225"/>
              </a:spcBef>
              <a:spcAft>
                <a:spcPts val="0"/>
              </a:spcAft>
              <a:buSzPts val="1350"/>
              <a:buNone/>
              <a:defRPr/>
            </a:lvl6pPr>
            <a:lvl7pPr lvl="6" algn="ctr">
              <a:lnSpc>
                <a:spcPct val="100000"/>
              </a:lnSpc>
              <a:spcBef>
                <a:spcPts val="225"/>
              </a:spcBef>
              <a:spcAft>
                <a:spcPts val="0"/>
              </a:spcAft>
              <a:buSzPts val="1350"/>
              <a:buNone/>
              <a:defRPr/>
            </a:lvl7pPr>
            <a:lvl8pPr lvl="7" algn="ctr">
              <a:lnSpc>
                <a:spcPct val="100000"/>
              </a:lnSpc>
              <a:spcBef>
                <a:spcPts val="225"/>
              </a:spcBef>
              <a:spcAft>
                <a:spcPts val="0"/>
              </a:spcAft>
              <a:buSzPts val="1350"/>
              <a:buNone/>
              <a:defRPr/>
            </a:lvl8pPr>
            <a:lvl9pPr lvl="8" algn="ctr">
              <a:lnSpc>
                <a:spcPct val="100000"/>
              </a:lnSpc>
              <a:spcBef>
                <a:spcPts val="225"/>
              </a:spcBef>
              <a:spcAft>
                <a:spcPts val="0"/>
              </a:spcAft>
              <a:buSzPts val="1350"/>
              <a:buNone/>
              <a:defRPr/>
            </a:lvl9pPr>
          </a:lstStyle>
          <a:p/>
        </p:txBody>
      </p:sp>
      <p:sp>
        <p:nvSpPr>
          <p:cNvPr id="21" name="Google Shape;21;p30"/>
          <p:cNvSpPr/>
          <p:nvPr/>
        </p:nvSpPr>
        <p:spPr>
          <a:xfrm>
            <a:off x="1206500" y="1114425"/>
            <a:ext cx="97536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sp>
        <p:nvSpPr>
          <p:cNvPr id="22" name="Google Shape;22;p30"/>
          <p:cNvSpPr/>
          <p:nvPr/>
        </p:nvSpPr>
        <p:spPr>
          <a:xfrm>
            <a:off x="1219200" y="3124200"/>
            <a:ext cx="9753600" cy="7620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sp>
        <p:nvSpPr>
          <p:cNvPr id="23" name="Google Shape;23;p30"/>
          <p:cNvSpPr/>
          <p:nvPr/>
        </p:nvSpPr>
        <p:spPr>
          <a:xfrm>
            <a:off x="1206500" y="1114425"/>
            <a:ext cx="3048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sp>
        <p:nvSpPr>
          <p:cNvPr id="24" name="Google Shape;24;p30"/>
          <p:cNvSpPr/>
          <p:nvPr/>
        </p:nvSpPr>
        <p:spPr>
          <a:xfrm>
            <a:off x="1219200" y="3124200"/>
            <a:ext cx="304800" cy="762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sp>
        <p:nvSpPr>
          <p:cNvPr id="25" name="Google Shape;25;p30"/>
          <p:cNvSpPr txBox="1"/>
          <p:nvPr>
            <p:ph idx="10" type="dt"/>
          </p:nvPr>
        </p:nvSpPr>
        <p:spPr>
          <a:xfrm>
            <a:off x="4820051" y="6365810"/>
            <a:ext cx="2551899" cy="36576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35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 picture containing object, clock, screen, room&#10;&#10;Description automatically generated" id="26" name="Google Shape;26;p30"/>
          <p:cNvPicPr preferRelativeResize="0"/>
          <p:nvPr/>
        </p:nvPicPr>
        <p:blipFill rotWithShape="1">
          <a:blip r:embed="rId2">
            <a:alphaModFix/>
          </a:blip>
          <a:srcRect b="0" l="0" r="0" t="0"/>
          <a:stretch/>
        </p:blipFill>
        <p:spPr>
          <a:xfrm>
            <a:off x="9009128" y="5797600"/>
            <a:ext cx="3315392" cy="104411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31"/>
          <p:cNvSpPr txBox="1"/>
          <p:nvPr>
            <p:ph type="title"/>
          </p:nvPr>
        </p:nvSpPr>
        <p:spPr>
          <a:xfrm>
            <a:off x="0" y="0"/>
            <a:ext cx="12192000" cy="81661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00006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1"/>
          <p:cNvSpPr txBox="1"/>
          <p:nvPr>
            <p:ph idx="12" type="sldNum"/>
          </p:nvPr>
        </p:nvSpPr>
        <p:spPr>
          <a:xfrm>
            <a:off x="886951" y="6338389"/>
            <a:ext cx="1261164"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9pPr>
          </a:lstStyle>
          <a:p>
            <a:pPr indent="0" lvl="0" marL="0" rtl="0" algn="l">
              <a:spcBef>
                <a:spcPts val="0"/>
              </a:spcBef>
              <a:spcAft>
                <a:spcPts val="0"/>
              </a:spcAft>
              <a:buNone/>
            </a:pPr>
            <a:fld id="{00000000-1234-1234-1234-123412341234}" type="slidenum">
              <a:rPr lang="en-US"/>
              <a:t>‹#›</a:t>
            </a:fld>
            <a:endParaRPr/>
          </a:p>
        </p:txBody>
      </p:sp>
      <p:sp>
        <p:nvSpPr>
          <p:cNvPr id="30" name="Google Shape;30;p31"/>
          <p:cNvSpPr txBox="1"/>
          <p:nvPr>
            <p:ph idx="1" type="body"/>
          </p:nvPr>
        </p:nvSpPr>
        <p:spPr>
          <a:xfrm>
            <a:off x="157507" y="1032693"/>
            <a:ext cx="11508923" cy="4792617"/>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450"/>
              </a:spcBef>
              <a:spcAft>
                <a:spcPts val="0"/>
              </a:spcAft>
              <a:buSzPts val="1368"/>
              <a:buChar char="?"/>
              <a:defRPr/>
            </a:lvl1pPr>
            <a:lvl2pPr indent="-315468" lvl="1" marL="914400" algn="l">
              <a:lnSpc>
                <a:spcPct val="100000"/>
              </a:lnSpc>
              <a:spcBef>
                <a:spcPts val="375"/>
              </a:spcBef>
              <a:spcAft>
                <a:spcPts val="0"/>
              </a:spcAft>
              <a:buSzPts val="1368"/>
              <a:buChar char="?"/>
              <a:defRPr/>
            </a:lvl2pPr>
            <a:lvl3pPr indent="-315467" lvl="2" marL="1371600" algn="l">
              <a:lnSpc>
                <a:spcPct val="100000"/>
              </a:lnSpc>
              <a:spcBef>
                <a:spcPts val="375"/>
              </a:spcBef>
              <a:spcAft>
                <a:spcPts val="0"/>
              </a:spcAft>
              <a:buSzPts val="1368"/>
              <a:buChar char="?"/>
              <a:defRPr/>
            </a:lvl3pPr>
            <a:lvl4pPr indent="-308610" lvl="3" marL="1828800" algn="l">
              <a:lnSpc>
                <a:spcPct val="100000"/>
              </a:lnSpc>
              <a:spcBef>
                <a:spcPts val="300"/>
              </a:spcBef>
              <a:spcAft>
                <a:spcPts val="0"/>
              </a:spcAft>
              <a:buSzPts val="1260"/>
              <a:buChar char="◻"/>
              <a:defRPr/>
            </a:lvl4pPr>
            <a:lvl5pPr indent="-308610" lvl="4" marL="2286000" algn="l">
              <a:lnSpc>
                <a:spcPct val="100000"/>
              </a:lnSpc>
              <a:spcBef>
                <a:spcPts val="225"/>
              </a:spcBef>
              <a:spcAft>
                <a:spcPts val="0"/>
              </a:spcAft>
              <a:buSzPts val="1260"/>
              <a:buChar char="◻"/>
              <a:defRPr/>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sp>
        <p:nvSpPr>
          <p:cNvPr id="31" name="Google Shape;31;p31"/>
          <p:cNvSpPr txBox="1"/>
          <p:nvPr>
            <p:ph idx="10" type="dt"/>
          </p:nvPr>
        </p:nvSpPr>
        <p:spPr>
          <a:xfrm>
            <a:off x="4820051" y="6365810"/>
            <a:ext cx="2551899" cy="36576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350">
                <a:latin typeface="Candara"/>
                <a:ea typeface="Candara"/>
                <a:cs typeface="Candara"/>
                <a:sym typeface="Candar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32" name="Shape 32"/>
        <p:cNvGrpSpPr/>
        <p:nvPr/>
      </p:nvGrpSpPr>
      <p:grpSpPr>
        <a:xfrm>
          <a:off x="0" y="0"/>
          <a:ext cx="0" cy="0"/>
          <a:chOff x="0" y="0"/>
          <a:chExt cx="0" cy="0"/>
        </a:xfrm>
      </p:grpSpPr>
      <p:sp>
        <p:nvSpPr>
          <p:cNvPr id="33" name="Google Shape;33;p32"/>
          <p:cNvSpPr txBox="1"/>
          <p:nvPr>
            <p:ph type="title"/>
          </p:nvPr>
        </p:nvSpPr>
        <p:spPr>
          <a:xfrm>
            <a:off x="1524000" y="1066800"/>
            <a:ext cx="9448800" cy="12801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Clr>
                <a:srgbClr val="000066"/>
              </a:buClr>
              <a:buSzPts val="2400"/>
              <a:buFont typeface="Candara"/>
              <a:buNone/>
              <a:defRPr b="0" sz="24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2"/>
          <p:cNvSpPr txBox="1"/>
          <p:nvPr>
            <p:ph idx="1" type="body"/>
          </p:nvPr>
        </p:nvSpPr>
        <p:spPr>
          <a:xfrm>
            <a:off x="1727200" y="2895600"/>
            <a:ext cx="9042400" cy="1143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50"/>
              </a:spcBef>
              <a:spcAft>
                <a:spcPts val="0"/>
              </a:spcAft>
              <a:buSzPts val="1140"/>
              <a:buNone/>
              <a:defRPr sz="1500">
                <a:solidFill>
                  <a:schemeClr val="lt1"/>
                </a:solidFill>
              </a:defRPr>
            </a:lvl1pPr>
            <a:lvl2pPr indent="-228600" lvl="1" marL="914400" algn="l">
              <a:lnSpc>
                <a:spcPct val="100000"/>
              </a:lnSpc>
              <a:spcBef>
                <a:spcPts val="375"/>
              </a:spcBef>
              <a:spcAft>
                <a:spcPts val="0"/>
              </a:spcAft>
              <a:buSzPts val="1026"/>
              <a:buNone/>
              <a:defRPr sz="1350">
                <a:solidFill>
                  <a:schemeClr val="lt1"/>
                </a:solidFill>
              </a:defRPr>
            </a:lvl2pPr>
            <a:lvl3pPr indent="-228600" lvl="2" marL="1371600" algn="l">
              <a:lnSpc>
                <a:spcPct val="100000"/>
              </a:lnSpc>
              <a:spcBef>
                <a:spcPts val="375"/>
              </a:spcBef>
              <a:spcAft>
                <a:spcPts val="0"/>
              </a:spcAft>
              <a:buSzPts val="912"/>
              <a:buNone/>
              <a:defRPr sz="1200">
                <a:solidFill>
                  <a:schemeClr val="lt1"/>
                </a:solidFill>
              </a:defRPr>
            </a:lvl3pPr>
            <a:lvl4pPr indent="-228600" lvl="3" marL="1828800" algn="l">
              <a:lnSpc>
                <a:spcPct val="100000"/>
              </a:lnSpc>
              <a:spcBef>
                <a:spcPts val="300"/>
              </a:spcBef>
              <a:spcAft>
                <a:spcPts val="0"/>
              </a:spcAft>
              <a:buSzPts val="735"/>
              <a:buNone/>
              <a:defRPr sz="1050">
                <a:solidFill>
                  <a:schemeClr val="lt1"/>
                </a:solidFill>
              </a:defRPr>
            </a:lvl4pPr>
            <a:lvl5pPr indent="-228600" lvl="4" marL="2286000" algn="l">
              <a:lnSpc>
                <a:spcPct val="100000"/>
              </a:lnSpc>
              <a:spcBef>
                <a:spcPts val="225"/>
              </a:spcBef>
              <a:spcAft>
                <a:spcPts val="0"/>
              </a:spcAft>
              <a:buSzPts val="735"/>
              <a:buNone/>
              <a:defRPr sz="1050">
                <a:solidFill>
                  <a:schemeClr val="lt1"/>
                </a:solidFill>
              </a:defRPr>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sp>
        <p:nvSpPr>
          <p:cNvPr id="35" name="Google Shape;35;p32"/>
          <p:cNvSpPr/>
          <p:nvPr/>
        </p:nvSpPr>
        <p:spPr>
          <a:xfrm>
            <a:off x="1219200" y="1066800"/>
            <a:ext cx="97536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sp>
        <p:nvSpPr>
          <p:cNvPr id="36" name="Google Shape;36;p32"/>
          <p:cNvSpPr/>
          <p:nvPr/>
        </p:nvSpPr>
        <p:spPr>
          <a:xfrm>
            <a:off x="1219200" y="1066800"/>
            <a:ext cx="3048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sp>
        <p:nvSpPr>
          <p:cNvPr id="37" name="Google Shape;37;p32"/>
          <p:cNvSpPr txBox="1"/>
          <p:nvPr>
            <p:ph idx="10" type="dt"/>
          </p:nvPr>
        </p:nvSpPr>
        <p:spPr>
          <a:xfrm>
            <a:off x="4820051" y="6365810"/>
            <a:ext cx="2551899" cy="36576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35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 picture containing object, clock, screen, room&#10;&#10;Description automatically generated" id="38" name="Google Shape;38;p32"/>
          <p:cNvPicPr preferRelativeResize="0"/>
          <p:nvPr/>
        </p:nvPicPr>
        <p:blipFill rotWithShape="1">
          <a:blip r:embed="rId2">
            <a:alphaModFix/>
          </a:blip>
          <a:srcRect b="0" l="0" r="0" t="0"/>
          <a:stretch/>
        </p:blipFill>
        <p:spPr>
          <a:xfrm>
            <a:off x="9009128" y="5797600"/>
            <a:ext cx="3315392" cy="104411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33"/>
          <p:cNvSpPr txBox="1"/>
          <p:nvPr>
            <p:ph type="title"/>
          </p:nvPr>
        </p:nvSpPr>
        <p:spPr>
          <a:xfrm>
            <a:off x="0" y="0"/>
            <a:ext cx="12192000" cy="88537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00006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3"/>
          <p:cNvSpPr txBox="1"/>
          <p:nvPr>
            <p:ph idx="1" type="body"/>
          </p:nvPr>
        </p:nvSpPr>
        <p:spPr>
          <a:xfrm>
            <a:off x="336551" y="1007758"/>
            <a:ext cx="5388864"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450"/>
              </a:spcBef>
              <a:spcAft>
                <a:spcPts val="0"/>
              </a:spcAft>
              <a:buSzPts val="1368"/>
              <a:buChar char="?"/>
              <a:defRPr/>
            </a:lvl1pPr>
            <a:lvl2pPr indent="-315468" lvl="1" marL="914400" algn="l">
              <a:lnSpc>
                <a:spcPct val="100000"/>
              </a:lnSpc>
              <a:spcBef>
                <a:spcPts val="375"/>
              </a:spcBef>
              <a:spcAft>
                <a:spcPts val="0"/>
              </a:spcAft>
              <a:buSzPts val="1368"/>
              <a:buChar char="?"/>
              <a:defRPr/>
            </a:lvl2pPr>
            <a:lvl3pPr indent="-315467" lvl="2" marL="1371600" algn="l">
              <a:lnSpc>
                <a:spcPct val="100000"/>
              </a:lnSpc>
              <a:spcBef>
                <a:spcPts val="375"/>
              </a:spcBef>
              <a:spcAft>
                <a:spcPts val="0"/>
              </a:spcAft>
              <a:buSzPts val="1368"/>
              <a:buChar char="?"/>
              <a:defRPr/>
            </a:lvl3pPr>
            <a:lvl4pPr indent="-308610" lvl="3" marL="1828800" algn="l">
              <a:lnSpc>
                <a:spcPct val="100000"/>
              </a:lnSpc>
              <a:spcBef>
                <a:spcPts val="300"/>
              </a:spcBef>
              <a:spcAft>
                <a:spcPts val="0"/>
              </a:spcAft>
              <a:buSzPts val="1260"/>
              <a:buChar char="◻"/>
              <a:defRPr/>
            </a:lvl4pPr>
            <a:lvl5pPr indent="-308610" lvl="4" marL="2286000" algn="l">
              <a:lnSpc>
                <a:spcPct val="100000"/>
              </a:lnSpc>
              <a:spcBef>
                <a:spcPts val="225"/>
              </a:spcBef>
              <a:spcAft>
                <a:spcPts val="0"/>
              </a:spcAft>
              <a:buSzPts val="1260"/>
              <a:buChar char="◻"/>
              <a:defRPr/>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sp>
        <p:nvSpPr>
          <p:cNvPr id="42" name="Google Shape;42;p33"/>
          <p:cNvSpPr txBox="1"/>
          <p:nvPr>
            <p:ph idx="2" type="body"/>
          </p:nvPr>
        </p:nvSpPr>
        <p:spPr>
          <a:xfrm>
            <a:off x="6231297" y="1048793"/>
            <a:ext cx="5388864"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450"/>
              </a:spcBef>
              <a:spcAft>
                <a:spcPts val="0"/>
              </a:spcAft>
              <a:buSzPts val="1368"/>
              <a:buChar char="?"/>
              <a:defRPr/>
            </a:lvl1pPr>
            <a:lvl2pPr indent="-315468" lvl="1" marL="914400" algn="l">
              <a:lnSpc>
                <a:spcPct val="100000"/>
              </a:lnSpc>
              <a:spcBef>
                <a:spcPts val="375"/>
              </a:spcBef>
              <a:spcAft>
                <a:spcPts val="0"/>
              </a:spcAft>
              <a:buSzPts val="1368"/>
              <a:buChar char="?"/>
              <a:defRPr/>
            </a:lvl2pPr>
            <a:lvl3pPr indent="-315467" lvl="2" marL="1371600" algn="l">
              <a:lnSpc>
                <a:spcPct val="100000"/>
              </a:lnSpc>
              <a:spcBef>
                <a:spcPts val="375"/>
              </a:spcBef>
              <a:spcAft>
                <a:spcPts val="0"/>
              </a:spcAft>
              <a:buSzPts val="1368"/>
              <a:buChar char="?"/>
              <a:defRPr/>
            </a:lvl3pPr>
            <a:lvl4pPr indent="-308610" lvl="3" marL="1828800" algn="l">
              <a:lnSpc>
                <a:spcPct val="100000"/>
              </a:lnSpc>
              <a:spcBef>
                <a:spcPts val="300"/>
              </a:spcBef>
              <a:spcAft>
                <a:spcPts val="0"/>
              </a:spcAft>
              <a:buSzPts val="1260"/>
              <a:buChar char="◻"/>
              <a:defRPr/>
            </a:lvl4pPr>
            <a:lvl5pPr indent="-308610" lvl="4" marL="2286000" algn="l">
              <a:lnSpc>
                <a:spcPct val="100000"/>
              </a:lnSpc>
              <a:spcBef>
                <a:spcPts val="225"/>
              </a:spcBef>
              <a:spcAft>
                <a:spcPts val="0"/>
              </a:spcAft>
              <a:buSzPts val="1260"/>
              <a:buChar char="◻"/>
              <a:defRPr/>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sp>
        <p:nvSpPr>
          <p:cNvPr id="43" name="Google Shape;43;p33"/>
          <p:cNvSpPr txBox="1"/>
          <p:nvPr>
            <p:ph idx="12" type="sldNum"/>
          </p:nvPr>
        </p:nvSpPr>
        <p:spPr>
          <a:xfrm>
            <a:off x="816864" y="6356350"/>
            <a:ext cx="1723136"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9pPr>
          </a:lstStyle>
          <a:p>
            <a:pPr indent="0" lvl="0" marL="0" rtl="0" algn="l">
              <a:spcBef>
                <a:spcPts val="0"/>
              </a:spcBef>
              <a:spcAft>
                <a:spcPts val="0"/>
              </a:spcAft>
              <a:buNone/>
            </a:pPr>
            <a:fld id="{00000000-1234-1234-1234-123412341234}" type="slidenum">
              <a:rPr lang="en-US"/>
              <a:t>‹#›</a:t>
            </a:fld>
            <a:endParaRPr/>
          </a:p>
        </p:txBody>
      </p:sp>
      <p:sp>
        <p:nvSpPr>
          <p:cNvPr id="44" name="Google Shape;44;p33"/>
          <p:cNvSpPr txBox="1"/>
          <p:nvPr>
            <p:ph idx="10" type="dt"/>
          </p:nvPr>
        </p:nvSpPr>
        <p:spPr>
          <a:xfrm>
            <a:off x="4820051" y="6365810"/>
            <a:ext cx="2551899" cy="36576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35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4"/>
          <p:cNvSpPr txBox="1"/>
          <p:nvPr>
            <p:ph type="title"/>
          </p:nvPr>
        </p:nvSpPr>
        <p:spPr>
          <a:xfrm>
            <a:off x="0" y="2"/>
            <a:ext cx="12192000" cy="87085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000066"/>
              </a:buClr>
              <a:buSzPts val="3300"/>
              <a:buFont typeface="Candar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4"/>
          <p:cNvSpPr txBox="1"/>
          <p:nvPr>
            <p:ph idx="1" type="body"/>
          </p:nvPr>
        </p:nvSpPr>
        <p:spPr>
          <a:xfrm>
            <a:off x="609600" y="1285875"/>
            <a:ext cx="5386917" cy="6858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50"/>
              </a:spcBef>
              <a:spcAft>
                <a:spcPts val="0"/>
              </a:spcAft>
              <a:buSzPts val="1368"/>
              <a:buNone/>
              <a:defRPr b="1" sz="1800">
                <a:solidFill>
                  <a:schemeClr val="accent2"/>
                </a:solidFill>
              </a:defRPr>
            </a:lvl1pPr>
            <a:lvl2pPr indent="-228600" lvl="1" marL="914400" algn="l">
              <a:lnSpc>
                <a:spcPct val="100000"/>
              </a:lnSpc>
              <a:spcBef>
                <a:spcPts val="375"/>
              </a:spcBef>
              <a:spcAft>
                <a:spcPts val="0"/>
              </a:spcAft>
              <a:buSzPts val="1140"/>
              <a:buNone/>
              <a:defRPr b="1" sz="1500"/>
            </a:lvl2pPr>
            <a:lvl3pPr indent="-228600" lvl="2" marL="1371600" algn="l">
              <a:lnSpc>
                <a:spcPct val="100000"/>
              </a:lnSpc>
              <a:spcBef>
                <a:spcPts val="375"/>
              </a:spcBef>
              <a:spcAft>
                <a:spcPts val="0"/>
              </a:spcAft>
              <a:buSzPts val="1026"/>
              <a:buNone/>
              <a:defRPr b="1" sz="1350"/>
            </a:lvl3pPr>
            <a:lvl4pPr indent="-228600" lvl="3" marL="1828800" algn="l">
              <a:lnSpc>
                <a:spcPct val="100000"/>
              </a:lnSpc>
              <a:spcBef>
                <a:spcPts val="300"/>
              </a:spcBef>
              <a:spcAft>
                <a:spcPts val="0"/>
              </a:spcAft>
              <a:buSzPts val="840"/>
              <a:buNone/>
              <a:defRPr b="1" sz="1200"/>
            </a:lvl4pPr>
            <a:lvl5pPr indent="-228600" lvl="4" marL="2286000" algn="l">
              <a:lnSpc>
                <a:spcPct val="100000"/>
              </a:lnSpc>
              <a:spcBef>
                <a:spcPts val="225"/>
              </a:spcBef>
              <a:spcAft>
                <a:spcPts val="0"/>
              </a:spcAft>
              <a:buSzPts val="840"/>
              <a:buNone/>
              <a:defRPr b="1" sz="1200"/>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sp>
        <p:nvSpPr>
          <p:cNvPr id="48" name="Google Shape;48;p34"/>
          <p:cNvSpPr txBox="1"/>
          <p:nvPr>
            <p:ph idx="2" type="body"/>
          </p:nvPr>
        </p:nvSpPr>
        <p:spPr>
          <a:xfrm>
            <a:off x="6197602" y="1295400"/>
            <a:ext cx="5389033" cy="6858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50"/>
              </a:spcBef>
              <a:spcAft>
                <a:spcPts val="0"/>
              </a:spcAft>
              <a:buSzPts val="1368"/>
              <a:buNone/>
              <a:defRPr b="1" sz="1800">
                <a:solidFill>
                  <a:schemeClr val="accent2"/>
                </a:solidFill>
              </a:defRPr>
            </a:lvl1pPr>
            <a:lvl2pPr indent="-228600" lvl="1" marL="914400" algn="l">
              <a:lnSpc>
                <a:spcPct val="100000"/>
              </a:lnSpc>
              <a:spcBef>
                <a:spcPts val="375"/>
              </a:spcBef>
              <a:spcAft>
                <a:spcPts val="0"/>
              </a:spcAft>
              <a:buSzPts val="1140"/>
              <a:buNone/>
              <a:defRPr b="1" sz="1500"/>
            </a:lvl2pPr>
            <a:lvl3pPr indent="-228600" lvl="2" marL="1371600" algn="l">
              <a:lnSpc>
                <a:spcPct val="100000"/>
              </a:lnSpc>
              <a:spcBef>
                <a:spcPts val="375"/>
              </a:spcBef>
              <a:spcAft>
                <a:spcPts val="0"/>
              </a:spcAft>
              <a:buSzPts val="1026"/>
              <a:buNone/>
              <a:defRPr b="1" sz="1350"/>
            </a:lvl3pPr>
            <a:lvl4pPr indent="-228600" lvl="3" marL="1828800" algn="l">
              <a:lnSpc>
                <a:spcPct val="100000"/>
              </a:lnSpc>
              <a:spcBef>
                <a:spcPts val="300"/>
              </a:spcBef>
              <a:spcAft>
                <a:spcPts val="0"/>
              </a:spcAft>
              <a:buSzPts val="840"/>
              <a:buNone/>
              <a:defRPr b="1" sz="1200"/>
            </a:lvl4pPr>
            <a:lvl5pPr indent="-228600" lvl="4" marL="2286000" algn="l">
              <a:lnSpc>
                <a:spcPct val="100000"/>
              </a:lnSpc>
              <a:spcBef>
                <a:spcPts val="225"/>
              </a:spcBef>
              <a:spcAft>
                <a:spcPts val="0"/>
              </a:spcAft>
              <a:buSzPts val="840"/>
              <a:buNone/>
              <a:defRPr b="1" sz="1200"/>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sp>
        <p:nvSpPr>
          <p:cNvPr id="49" name="Google Shape;49;p34"/>
          <p:cNvSpPr txBox="1"/>
          <p:nvPr>
            <p:ph idx="3" type="body"/>
          </p:nvPr>
        </p:nvSpPr>
        <p:spPr>
          <a:xfrm>
            <a:off x="609600" y="2133600"/>
            <a:ext cx="53848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450"/>
              </a:spcBef>
              <a:spcAft>
                <a:spcPts val="0"/>
              </a:spcAft>
              <a:buSzPts val="1368"/>
              <a:buChar char="?"/>
              <a:defRPr/>
            </a:lvl1pPr>
            <a:lvl2pPr indent="-315468" lvl="1" marL="914400" algn="l">
              <a:lnSpc>
                <a:spcPct val="100000"/>
              </a:lnSpc>
              <a:spcBef>
                <a:spcPts val="375"/>
              </a:spcBef>
              <a:spcAft>
                <a:spcPts val="0"/>
              </a:spcAft>
              <a:buSzPts val="1368"/>
              <a:buChar char="?"/>
              <a:defRPr/>
            </a:lvl2pPr>
            <a:lvl3pPr indent="-315467" lvl="2" marL="1371600" algn="l">
              <a:lnSpc>
                <a:spcPct val="100000"/>
              </a:lnSpc>
              <a:spcBef>
                <a:spcPts val="375"/>
              </a:spcBef>
              <a:spcAft>
                <a:spcPts val="0"/>
              </a:spcAft>
              <a:buSzPts val="1368"/>
              <a:buChar char="?"/>
              <a:defRPr/>
            </a:lvl3pPr>
            <a:lvl4pPr indent="-308610" lvl="3" marL="1828800" algn="l">
              <a:lnSpc>
                <a:spcPct val="100000"/>
              </a:lnSpc>
              <a:spcBef>
                <a:spcPts val="300"/>
              </a:spcBef>
              <a:spcAft>
                <a:spcPts val="0"/>
              </a:spcAft>
              <a:buSzPts val="1260"/>
              <a:buChar char="◻"/>
              <a:defRPr/>
            </a:lvl4pPr>
            <a:lvl5pPr indent="-308610" lvl="4" marL="2286000" algn="l">
              <a:lnSpc>
                <a:spcPct val="100000"/>
              </a:lnSpc>
              <a:spcBef>
                <a:spcPts val="225"/>
              </a:spcBef>
              <a:spcAft>
                <a:spcPts val="0"/>
              </a:spcAft>
              <a:buSzPts val="1260"/>
              <a:buChar char="◻"/>
              <a:defRPr/>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sp>
        <p:nvSpPr>
          <p:cNvPr id="50" name="Google Shape;50;p34"/>
          <p:cNvSpPr txBox="1"/>
          <p:nvPr>
            <p:ph idx="4" type="body"/>
          </p:nvPr>
        </p:nvSpPr>
        <p:spPr>
          <a:xfrm>
            <a:off x="6197600" y="2133600"/>
            <a:ext cx="53848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450"/>
              </a:spcBef>
              <a:spcAft>
                <a:spcPts val="0"/>
              </a:spcAft>
              <a:buSzPts val="1368"/>
              <a:buChar char="?"/>
              <a:defRPr/>
            </a:lvl1pPr>
            <a:lvl2pPr indent="-315468" lvl="1" marL="914400" algn="l">
              <a:lnSpc>
                <a:spcPct val="100000"/>
              </a:lnSpc>
              <a:spcBef>
                <a:spcPts val="375"/>
              </a:spcBef>
              <a:spcAft>
                <a:spcPts val="0"/>
              </a:spcAft>
              <a:buSzPts val="1368"/>
              <a:buChar char="?"/>
              <a:defRPr/>
            </a:lvl2pPr>
            <a:lvl3pPr indent="-315467" lvl="2" marL="1371600" algn="l">
              <a:lnSpc>
                <a:spcPct val="100000"/>
              </a:lnSpc>
              <a:spcBef>
                <a:spcPts val="375"/>
              </a:spcBef>
              <a:spcAft>
                <a:spcPts val="0"/>
              </a:spcAft>
              <a:buSzPts val="1368"/>
              <a:buChar char="?"/>
              <a:defRPr/>
            </a:lvl3pPr>
            <a:lvl4pPr indent="-308610" lvl="3" marL="1828800" algn="l">
              <a:lnSpc>
                <a:spcPct val="100000"/>
              </a:lnSpc>
              <a:spcBef>
                <a:spcPts val="300"/>
              </a:spcBef>
              <a:spcAft>
                <a:spcPts val="0"/>
              </a:spcAft>
              <a:buSzPts val="1260"/>
              <a:buChar char="◻"/>
              <a:defRPr/>
            </a:lvl4pPr>
            <a:lvl5pPr indent="-308610" lvl="4" marL="2286000" algn="l">
              <a:lnSpc>
                <a:spcPct val="100000"/>
              </a:lnSpc>
              <a:spcBef>
                <a:spcPts val="225"/>
              </a:spcBef>
              <a:spcAft>
                <a:spcPts val="0"/>
              </a:spcAft>
              <a:buSzPts val="1260"/>
              <a:buChar char="◻"/>
              <a:defRPr/>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sp>
        <p:nvSpPr>
          <p:cNvPr id="51" name="Google Shape;51;p34"/>
          <p:cNvSpPr txBox="1"/>
          <p:nvPr>
            <p:ph idx="12" type="sldNum"/>
          </p:nvPr>
        </p:nvSpPr>
        <p:spPr>
          <a:xfrm>
            <a:off x="816864" y="6356350"/>
            <a:ext cx="1723136"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9pPr>
          </a:lstStyle>
          <a:p>
            <a:pPr indent="0" lvl="0" marL="0" rtl="0" algn="l">
              <a:spcBef>
                <a:spcPts val="0"/>
              </a:spcBef>
              <a:spcAft>
                <a:spcPts val="0"/>
              </a:spcAft>
              <a:buNone/>
            </a:pPr>
            <a:fld id="{00000000-1234-1234-1234-123412341234}" type="slidenum">
              <a:rPr lang="en-US"/>
              <a:t>‹#›</a:t>
            </a:fld>
            <a:endParaRPr/>
          </a:p>
        </p:txBody>
      </p:sp>
      <p:sp>
        <p:nvSpPr>
          <p:cNvPr id="52" name="Google Shape;52;p34"/>
          <p:cNvSpPr txBox="1"/>
          <p:nvPr>
            <p:ph idx="10" type="dt"/>
          </p:nvPr>
        </p:nvSpPr>
        <p:spPr>
          <a:xfrm>
            <a:off x="4820051" y="6365810"/>
            <a:ext cx="2551899" cy="36576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35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5"/>
          <p:cNvSpPr txBox="1"/>
          <p:nvPr>
            <p:ph type="title"/>
          </p:nvPr>
        </p:nvSpPr>
        <p:spPr>
          <a:xfrm>
            <a:off x="0" y="0"/>
            <a:ext cx="12192000" cy="885371"/>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00006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5"/>
          <p:cNvSpPr/>
          <p:nvPr/>
        </p:nvSpPr>
        <p:spPr>
          <a:xfrm rot="5400000">
            <a:off x="590610" y="6447424"/>
            <a:ext cx="190849" cy="160419"/>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sp>
        <p:nvSpPr>
          <p:cNvPr id="56" name="Google Shape;56;p35"/>
          <p:cNvSpPr txBox="1"/>
          <p:nvPr>
            <p:ph idx="12" type="sldNum"/>
          </p:nvPr>
        </p:nvSpPr>
        <p:spPr>
          <a:xfrm>
            <a:off x="816864" y="6356350"/>
            <a:ext cx="1723136"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9pPr>
          </a:lstStyle>
          <a:p>
            <a:pPr indent="0" lvl="0" marL="0" rtl="0" algn="l">
              <a:spcBef>
                <a:spcPts val="0"/>
              </a:spcBef>
              <a:spcAft>
                <a:spcPts val="0"/>
              </a:spcAft>
              <a:buNone/>
            </a:pPr>
            <a:fld id="{00000000-1234-1234-1234-123412341234}" type="slidenum">
              <a:rPr lang="en-US"/>
              <a:t>‹#›</a:t>
            </a:fld>
            <a:endParaRPr/>
          </a:p>
        </p:txBody>
      </p:sp>
      <p:sp>
        <p:nvSpPr>
          <p:cNvPr id="57" name="Google Shape;57;p35"/>
          <p:cNvSpPr txBox="1"/>
          <p:nvPr>
            <p:ph idx="10" type="dt"/>
          </p:nvPr>
        </p:nvSpPr>
        <p:spPr>
          <a:xfrm>
            <a:off x="4820051" y="6365810"/>
            <a:ext cx="2551899" cy="36576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35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8" name="Shape 58"/>
        <p:cNvGrpSpPr/>
        <p:nvPr/>
      </p:nvGrpSpPr>
      <p:grpSpPr>
        <a:xfrm>
          <a:off x="0" y="0"/>
          <a:ext cx="0" cy="0"/>
          <a:chOff x="0" y="0"/>
          <a:chExt cx="0" cy="0"/>
        </a:xfrm>
      </p:grpSpPr>
      <p:cxnSp>
        <p:nvCxnSpPr>
          <p:cNvPr id="59" name="Google Shape;59;p36"/>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sp>
        <p:nvSpPr>
          <p:cNvPr id="60" name="Google Shape;60;p36"/>
          <p:cNvSpPr/>
          <p:nvPr/>
        </p:nvSpPr>
        <p:spPr>
          <a:xfrm rot="5400000">
            <a:off x="590610" y="6447424"/>
            <a:ext cx="190849" cy="160419"/>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sp>
        <p:nvSpPr>
          <p:cNvPr id="61" name="Google Shape;61;p36"/>
          <p:cNvSpPr txBox="1"/>
          <p:nvPr>
            <p:ph idx="12" type="sldNum"/>
          </p:nvPr>
        </p:nvSpPr>
        <p:spPr>
          <a:xfrm>
            <a:off x="816864" y="6356350"/>
            <a:ext cx="1723136"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9pPr>
          </a:lstStyle>
          <a:p>
            <a:pPr indent="0" lvl="0" marL="0" rtl="0" algn="l">
              <a:spcBef>
                <a:spcPts val="0"/>
              </a:spcBef>
              <a:spcAft>
                <a:spcPts val="0"/>
              </a:spcAft>
              <a:buNone/>
            </a:pPr>
            <a:fld id="{00000000-1234-1234-1234-123412341234}" type="slidenum">
              <a:rPr lang="en-US"/>
              <a:t>‹#›</a:t>
            </a:fld>
            <a:endParaRPr/>
          </a:p>
        </p:txBody>
      </p:sp>
      <p:sp>
        <p:nvSpPr>
          <p:cNvPr id="62" name="Google Shape;62;p36"/>
          <p:cNvSpPr txBox="1"/>
          <p:nvPr>
            <p:ph idx="10" type="dt"/>
          </p:nvPr>
        </p:nvSpPr>
        <p:spPr>
          <a:xfrm>
            <a:off x="4820051" y="6365810"/>
            <a:ext cx="2551899" cy="36576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35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 picture containing object, clock, screen, room&#10;&#10;Description automatically generated" id="63" name="Google Shape;63;p36"/>
          <p:cNvPicPr preferRelativeResize="0"/>
          <p:nvPr/>
        </p:nvPicPr>
        <p:blipFill rotWithShape="1">
          <a:blip r:embed="rId2">
            <a:alphaModFix/>
          </a:blip>
          <a:srcRect b="0" l="0" r="0" t="0"/>
          <a:stretch/>
        </p:blipFill>
        <p:spPr>
          <a:xfrm>
            <a:off x="9009128" y="5797600"/>
            <a:ext cx="3315392" cy="104411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4" name="Shape 64"/>
        <p:cNvGrpSpPr/>
        <p:nvPr/>
      </p:nvGrpSpPr>
      <p:grpSpPr>
        <a:xfrm>
          <a:off x="0" y="0"/>
          <a:ext cx="0" cy="0"/>
          <a:chOff x="0" y="0"/>
          <a:chExt cx="0" cy="0"/>
        </a:xfrm>
      </p:grpSpPr>
      <p:sp>
        <p:nvSpPr>
          <p:cNvPr id="65" name="Google Shape;65;p37"/>
          <p:cNvSpPr txBox="1"/>
          <p:nvPr>
            <p:ph type="title"/>
          </p:nvPr>
        </p:nvSpPr>
        <p:spPr>
          <a:xfrm>
            <a:off x="8432800" y="304800"/>
            <a:ext cx="3352800" cy="838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1500"/>
              <a:buFont typeface="Gill Sans"/>
              <a:buNone/>
              <a:defRPr b="1" sz="1500">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7"/>
          <p:cNvSpPr txBox="1"/>
          <p:nvPr>
            <p:ph idx="1" type="body"/>
          </p:nvPr>
        </p:nvSpPr>
        <p:spPr>
          <a:xfrm>
            <a:off x="8432800" y="1219203"/>
            <a:ext cx="33528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450"/>
              </a:spcBef>
              <a:spcAft>
                <a:spcPts val="0"/>
              </a:spcAft>
              <a:buSzPts val="912"/>
              <a:buNone/>
              <a:defRPr sz="1200">
                <a:solidFill>
                  <a:schemeClr val="dk2"/>
                </a:solidFill>
              </a:defRPr>
            </a:lvl1pPr>
            <a:lvl2pPr indent="-228600" lvl="1" marL="914400" algn="l">
              <a:lnSpc>
                <a:spcPct val="100000"/>
              </a:lnSpc>
              <a:spcBef>
                <a:spcPts val="750"/>
              </a:spcBef>
              <a:spcAft>
                <a:spcPts val="0"/>
              </a:spcAft>
              <a:buSzPts val="684"/>
              <a:buNone/>
              <a:defRPr sz="900"/>
            </a:lvl2pPr>
            <a:lvl3pPr indent="-228600" lvl="2" marL="1371600" algn="l">
              <a:lnSpc>
                <a:spcPct val="100000"/>
              </a:lnSpc>
              <a:spcBef>
                <a:spcPts val="375"/>
              </a:spcBef>
              <a:spcAft>
                <a:spcPts val="0"/>
              </a:spcAft>
              <a:buSzPts val="570"/>
              <a:buNone/>
              <a:defRPr sz="750"/>
            </a:lvl3pPr>
            <a:lvl4pPr indent="-228600" lvl="3" marL="1828800" algn="l">
              <a:lnSpc>
                <a:spcPct val="100000"/>
              </a:lnSpc>
              <a:spcBef>
                <a:spcPts val="300"/>
              </a:spcBef>
              <a:spcAft>
                <a:spcPts val="0"/>
              </a:spcAft>
              <a:buSzPts val="473"/>
              <a:buNone/>
              <a:defRPr sz="675"/>
            </a:lvl4pPr>
            <a:lvl5pPr indent="-228600" lvl="4" marL="2286000" algn="l">
              <a:lnSpc>
                <a:spcPct val="100000"/>
              </a:lnSpc>
              <a:spcBef>
                <a:spcPts val="225"/>
              </a:spcBef>
              <a:spcAft>
                <a:spcPts val="0"/>
              </a:spcAft>
              <a:buSzPts val="473"/>
              <a:buNone/>
              <a:defRPr sz="675"/>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cxnSp>
        <p:nvCxnSpPr>
          <p:cNvPr id="67" name="Google Shape;67;p37"/>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cxnSp>
        <p:nvCxnSpPr>
          <p:cNvPr id="68" name="Google Shape;68;p37"/>
          <p:cNvCxnSpPr/>
          <p:nvPr/>
        </p:nvCxnSpPr>
        <p:spPr>
          <a:xfrm rot="5400000">
            <a:off x="5220033"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69" name="Google Shape;69;p37"/>
          <p:cNvSpPr/>
          <p:nvPr/>
        </p:nvSpPr>
        <p:spPr>
          <a:xfrm rot="5400000">
            <a:off x="590610" y="6447424"/>
            <a:ext cx="190849" cy="160419"/>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sp>
        <p:nvSpPr>
          <p:cNvPr id="70" name="Google Shape;70;p37"/>
          <p:cNvSpPr txBox="1"/>
          <p:nvPr>
            <p:ph idx="2" type="body"/>
          </p:nvPr>
        </p:nvSpPr>
        <p:spPr>
          <a:xfrm>
            <a:off x="406400" y="304800"/>
            <a:ext cx="7620000" cy="57150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450"/>
              </a:spcBef>
              <a:spcAft>
                <a:spcPts val="0"/>
              </a:spcAft>
              <a:buSzPts val="1368"/>
              <a:buChar char="?"/>
              <a:defRPr/>
            </a:lvl1pPr>
            <a:lvl2pPr indent="-315468" lvl="1" marL="914400" algn="l">
              <a:lnSpc>
                <a:spcPct val="100000"/>
              </a:lnSpc>
              <a:spcBef>
                <a:spcPts val="375"/>
              </a:spcBef>
              <a:spcAft>
                <a:spcPts val="0"/>
              </a:spcAft>
              <a:buSzPts val="1368"/>
              <a:buChar char="?"/>
              <a:defRPr/>
            </a:lvl2pPr>
            <a:lvl3pPr indent="-315467" lvl="2" marL="1371600" algn="l">
              <a:lnSpc>
                <a:spcPct val="100000"/>
              </a:lnSpc>
              <a:spcBef>
                <a:spcPts val="375"/>
              </a:spcBef>
              <a:spcAft>
                <a:spcPts val="0"/>
              </a:spcAft>
              <a:buSzPts val="1368"/>
              <a:buChar char="?"/>
              <a:defRPr/>
            </a:lvl3pPr>
            <a:lvl4pPr indent="-308610" lvl="3" marL="1828800" algn="l">
              <a:lnSpc>
                <a:spcPct val="100000"/>
              </a:lnSpc>
              <a:spcBef>
                <a:spcPts val="300"/>
              </a:spcBef>
              <a:spcAft>
                <a:spcPts val="0"/>
              </a:spcAft>
              <a:buSzPts val="1260"/>
              <a:buChar char="◻"/>
              <a:defRPr/>
            </a:lvl4pPr>
            <a:lvl5pPr indent="-308610" lvl="4" marL="2286000" algn="l">
              <a:lnSpc>
                <a:spcPct val="100000"/>
              </a:lnSpc>
              <a:spcBef>
                <a:spcPts val="225"/>
              </a:spcBef>
              <a:spcAft>
                <a:spcPts val="0"/>
              </a:spcAft>
              <a:buSzPts val="1260"/>
              <a:buChar char="◻"/>
              <a:defRPr/>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sp>
        <p:nvSpPr>
          <p:cNvPr id="71" name="Google Shape;71;p37"/>
          <p:cNvSpPr txBox="1"/>
          <p:nvPr>
            <p:ph idx="12" type="sldNum"/>
          </p:nvPr>
        </p:nvSpPr>
        <p:spPr>
          <a:xfrm>
            <a:off x="816864" y="6356350"/>
            <a:ext cx="1723136"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9pPr>
          </a:lstStyle>
          <a:p>
            <a:pPr indent="0" lvl="0" marL="0" rtl="0" algn="l">
              <a:spcBef>
                <a:spcPts val="0"/>
              </a:spcBef>
              <a:spcAft>
                <a:spcPts val="0"/>
              </a:spcAft>
              <a:buNone/>
            </a:pPr>
            <a:fld id="{00000000-1234-1234-1234-123412341234}" type="slidenum">
              <a:rPr lang="en-US"/>
              <a:t>‹#›</a:t>
            </a:fld>
            <a:endParaRPr/>
          </a:p>
        </p:txBody>
      </p:sp>
      <p:sp>
        <p:nvSpPr>
          <p:cNvPr id="72" name="Google Shape;72;p37"/>
          <p:cNvSpPr txBox="1"/>
          <p:nvPr/>
        </p:nvSpPr>
        <p:spPr>
          <a:xfrm>
            <a:off x="5234432" y="6353177"/>
            <a:ext cx="1723136"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808C0"/>
                </a:solidFill>
                <a:latin typeface="Candara"/>
                <a:ea typeface="Candara"/>
                <a:cs typeface="Candara"/>
                <a:sym typeface="Candara"/>
              </a:rPr>
              <a:t>aviral.lab.asu.edu</a:t>
            </a:r>
            <a:endParaRPr b="0" i="0" sz="1200" u="none" cap="none" strike="noStrike">
              <a:solidFill>
                <a:srgbClr val="0808C0"/>
              </a:solidFill>
              <a:latin typeface="Candara"/>
              <a:ea typeface="Candara"/>
              <a:cs typeface="Candara"/>
              <a:sym typeface="Candara"/>
            </a:endParaRPr>
          </a:p>
        </p:txBody>
      </p:sp>
      <p:pic>
        <p:nvPicPr>
          <p:cNvPr descr="A picture containing object, clock, screen, room&#10;&#10;Description automatically generated" id="73" name="Google Shape;73;p37"/>
          <p:cNvPicPr preferRelativeResize="0"/>
          <p:nvPr/>
        </p:nvPicPr>
        <p:blipFill rotWithShape="1">
          <a:blip r:embed="rId2">
            <a:alphaModFix/>
          </a:blip>
          <a:srcRect b="0" l="0" r="0" t="0"/>
          <a:stretch/>
        </p:blipFill>
        <p:spPr>
          <a:xfrm>
            <a:off x="9009128" y="5797600"/>
            <a:ext cx="3315392" cy="104411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solidFill>
          <a:schemeClr val="dk2"/>
        </a:solidFill>
      </p:bgPr>
    </p:bg>
    <p:spTree>
      <p:nvGrpSpPr>
        <p:cNvPr id="74" name="Shape 74"/>
        <p:cNvGrpSpPr/>
        <p:nvPr/>
      </p:nvGrpSpPr>
      <p:grpSpPr>
        <a:xfrm>
          <a:off x="0" y="0"/>
          <a:ext cx="0" cy="0"/>
          <a:chOff x="0" y="0"/>
          <a:chExt cx="0" cy="0"/>
        </a:xfrm>
      </p:grpSpPr>
      <p:sp>
        <p:nvSpPr>
          <p:cNvPr id="75" name="Google Shape;75;p38"/>
          <p:cNvSpPr txBox="1"/>
          <p:nvPr>
            <p:ph type="title"/>
          </p:nvPr>
        </p:nvSpPr>
        <p:spPr>
          <a:xfrm>
            <a:off x="609600" y="500856"/>
            <a:ext cx="109728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Autofit/>
          </a:bodyPr>
          <a:lstStyle>
            <a:lvl1pPr lvl="0" algn="r">
              <a:lnSpc>
                <a:spcPct val="100000"/>
              </a:lnSpc>
              <a:spcBef>
                <a:spcPts val="0"/>
              </a:spcBef>
              <a:spcAft>
                <a:spcPts val="0"/>
              </a:spcAft>
              <a:buClr>
                <a:schemeClr val="lt1"/>
              </a:buClr>
              <a:buSzPts val="1500"/>
              <a:buFont typeface="Candara"/>
              <a:buNone/>
              <a:defRPr b="0" sz="1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8"/>
          <p:cNvSpPr/>
          <p:nvPr>
            <p:ph idx="2" type="pic"/>
          </p:nvPr>
        </p:nvSpPr>
        <p:spPr>
          <a:xfrm>
            <a:off x="609600" y="1905000"/>
            <a:ext cx="10972800" cy="4270248"/>
          </a:xfrm>
          <a:prstGeom prst="rect">
            <a:avLst/>
          </a:prstGeom>
          <a:solidFill>
            <a:srgbClr val="BABABA"/>
          </a:solidFill>
          <a:ln>
            <a:noFill/>
          </a:ln>
        </p:spPr>
      </p:sp>
      <p:sp>
        <p:nvSpPr>
          <p:cNvPr id="77" name="Google Shape;77;p38"/>
          <p:cNvSpPr txBox="1"/>
          <p:nvPr>
            <p:ph idx="1" type="body"/>
          </p:nvPr>
        </p:nvSpPr>
        <p:spPr>
          <a:xfrm>
            <a:off x="609600" y="1219200"/>
            <a:ext cx="10972800" cy="533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450"/>
              </a:spcBef>
              <a:spcAft>
                <a:spcPts val="0"/>
              </a:spcAft>
              <a:buSzPts val="798"/>
              <a:buFont typeface="Candara"/>
              <a:buNone/>
              <a:defRPr sz="1050"/>
            </a:lvl1pPr>
            <a:lvl2pPr indent="-272033" lvl="1" marL="914400" algn="l">
              <a:lnSpc>
                <a:spcPct val="100000"/>
              </a:lnSpc>
              <a:spcBef>
                <a:spcPts val="375"/>
              </a:spcBef>
              <a:spcAft>
                <a:spcPts val="0"/>
              </a:spcAft>
              <a:buSzPts val="684"/>
              <a:buChar char="?"/>
              <a:defRPr sz="900"/>
            </a:lvl2pPr>
            <a:lvl3pPr indent="-264794" lvl="2" marL="1371600" algn="l">
              <a:lnSpc>
                <a:spcPct val="100000"/>
              </a:lnSpc>
              <a:spcBef>
                <a:spcPts val="375"/>
              </a:spcBef>
              <a:spcAft>
                <a:spcPts val="0"/>
              </a:spcAft>
              <a:buSzPts val="570"/>
              <a:buChar char="?"/>
              <a:defRPr sz="750"/>
            </a:lvl3pPr>
            <a:lvl4pPr indent="-258635" lvl="3" marL="1828800" algn="l">
              <a:lnSpc>
                <a:spcPct val="100000"/>
              </a:lnSpc>
              <a:spcBef>
                <a:spcPts val="300"/>
              </a:spcBef>
              <a:spcAft>
                <a:spcPts val="0"/>
              </a:spcAft>
              <a:buSzPts val="473"/>
              <a:buChar char="◻"/>
              <a:defRPr sz="675"/>
            </a:lvl4pPr>
            <a:lvl5pPr indent="-258635" lvl="4" marL="2286000" algn="l">
              <a:lnSpc>
                <a:spcPct val="100000"/>
              </a:lnSpc>
              <a:spcBef>
                <a:spcPts val="225"/>
              </a:spcBef>
              <a:spcAft>
                <a:spcPts val="0"/>
              </a:spcAft>
              <a:buSzPts val="473"/>
              <a:buChar char="◻"/>
              <a:defRPr sz="675"/>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cxnSp>
        <p:nvCxnSpPr>
          <p:cNvPr id="78" name="Google Shape;78;p38"/>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sp>
        <p:nvSpPr>
          <p:cNvPr id="79" name="Google Shape;79;p38"/>
          <p:cNvSpPr/>
          <p:nvPr/>
        </p:nvSpPr>
        <p:spPr>
          <a:xfrm rot="5400000">
            <a:off x="590610" y="6447424"/>
            <a:ext cx="190849" cy="160419"/>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sp>
        <p:nvSpPr>
          <p:cNvPr id="80" name="Google Shape;80;p38"/>
          <p:cNvSpPr/>
          <p:nvPr/>
        </p:nvSpPr>
        <p:spPr>
          <a:xfrm>
            <a:off x="609600" y="500856"/>
            <a:ext cx="24384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sp>
        <p:nvSpPr>
          <p:cNvPr id="81" name="Google Shape;81;p38"/>
          <p:cNvSpPr txBox="1"/>
          <p:nvPr>
            <p:ph idx="12" type="sldNum"/>
          </p:nvPr>
        </p:nvSpPr>
        <p:spPr>
          <a:xfrm>
            <a:off x="816864" y="6356350"/>
            <a:ext cx="1723136"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9pPr>
          </a:lstStyle>
          <a:p>
            <a:pPr indent="0" lvl="0" marL="0" rtl="0" algn="l">
              <a:spcBef>
                <a:spcPts val="0"/>
              </a:spcBef>
              <a:spcAft>
                <a:spcPts val="0"/>
              </a:spcAft>
              <a:buNone/>
            </a:pPr>
            <a:fld id="{00000000-1234-1234-1234-123412341234}" type="slidenum">
              <a:rPr lang="en-US"/>
              <a:t>‹#›</a:t>
            </a:fld>
            <a:endParaRPr/>
          </a:p>
        </p:txBody>
      </p:sp>
      <p:grpSp>
        <p:nvGrpSpPr>
          <p:cNvPr id="82" name="Google Shape;82;p38"/>
          <p:cNvGrpSpPr/>
          <p:nvPr/>
        </p:nvGrpSpPr>
        <p:grpSpPr>
          <a:xfrm>
            <a:off x="10682818" y="5932487"/>
            <a:ext cx="1610782" cy="836612"/>
            <a:chOff x="4903" y="3497"/>
            <a:chExt cx="761" cy="527"/>
          </a:xfrm>
        </p:grpSpPr>
        <p:sp>
          <p:nvSpPr>
            <p:cNvPr id="83" name="Google Shape;83;p38"/>
            <p:cNvSpPr txBox="1"/>
            <p:nvPr/>
          </p:nvSpPr>
          <p:spPr>
            <a:xfrm>
              <a:off x="4903" y="3634"/>
              <a:ext cx="245" cy="383"/>
            </a:xfrm>
            <a:prstGeom prst="rect">
              <a:avLst/>
            </a:prstGeom>
            <a:noFill/>
            <a:ln>
              <a:noFill/>
            </a:ln>
          </p:spPr>
          <p:txBody>
            <a:bodyPr anchorCtr="0" anchor="t" bIns="46025" lIns="92075" spcFirstLastPara="1" rIns="92075" wrap="square" tIns="46025">
              <a:spAutoFit/>
            </a:bodyPr>
            <a:lstStyle/>
            <a:p>
              <a:pPr indent="0" lvl="0" marL="0" marR="0" rtl="0" algn="r">
                <a:lnSpc>
                  <a:spcPct val="93000"/>
                </a:lnSpc>
                <a:spcBef>
                  <a:spcPts val="0"/>
                </a:spcBef>
                <a:spcAft>
                  <a:spcPts val="0"/>
                </a:spcAft>
                <a:buClr>
                  <a:schemeClr val="lt1"/>
                </a:buClr>
                <a:buSzPts val="2016"/>
                <a:buFont typeface="Noto Sans Symbols"/>
                <a:buNone/>
              </a:pPr>
              <a:r>
                <a:rPr b="1" i="0" lang="en-US" sz="3600" u="none" cap="none" strike="noStrike">
                  <a:solidFill>
                    <a:srgbClr val="0000FF"/>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sp>
          <p:nvSpPr>
            <p:cNvPr id="84" name="Google Shape;84;p38"/>
            <p:cNvSpPr txBox="1"/>
            <p:nvPr/>
          </p:nvSpPr>
          <p:spPr>
            <a:xfrm>
              <a:off x="5157" y="3497"/>
              <a:ext cx="294" cy="383"/>
            </a:xfrm>
            <a:prstGeom prst="rect">
              <a:avLst/>
            </a:prstGeom>
            <a:noFill/>
            <a:ln>
              <a:noFill/>
            </a:ln>
          </p:spPr>
          <p:txBody>
            <a:bodyPr anchorCtr="0" anchor="t" bIns="46025" lIns="92075" spcFirstLastPara="1" rIns="92075" wrap="square" tIns="46025">
              <a:spAutoFit/>
            </a:bodyPr>
            <a:lstStyle/>
            <a:p>
              <a:pPr indent="0" lvl="0" marL="0" marR="0" rtl="0" algn="r">
                <a:lnSpc>
                  <a:spcPct val="93000"/>
                </a:lnSpc>
                <a:spcBef>
                  <a:spcPts val="0"/>
                </a:spcBef>
                <a:spcAft>
                  <a:spcPts val="0"/>
                </a:spcAft>
                <a:buClr>
                  <a:schemeClr val="lt1"/>
                </a:buClr>
                <a:buSzPts val="2016"/>
                <a:buFont typeface="Noto Sans Symbols"/>
                <a:buNone/>
              </a:pPr>
              <a:r>
                <a:rPr b="1" i="0" lang="en-US" sz="3600" u="none" cap="none" strike="noStrike">
                  <a:solidFill>
                    <a:srgbClr val="0000FF"/>
                  </a:solidFill>
                  <a:latin typeface="Times New Roman"/>
                  <a:ea typeface="Times New Roman"/>
                  <a:cs typeface="Times New Roman"/>
                  <a:sym typeface="Times New Roman"/>
                </a:rPr>
                <a:t>M</a:t>
              </a:r>
              <a:endParaRPr b="0" i="0" sz="1400" u="none" cap="none" strike="noStrike">
                <a:solidFill>
                  <a:srgbClr val="000000"/>
                </a:solidFill>
                <a:latin typeface="Arial"/>
                <a:ea typeface="Arial"/>
                <a:cs typeface="Arial"/>
                <a:sym typeface="Arial"/>
              </a:endParaRPr>
            </a:p>
          </p:txBody>
        </p:sp>
        <p:sp>
          <p:nvSpPr>
            <p:cNvPr id="85" name="Google Shape;85;p38"/>
            <p:cNvSpPr txBox="1"/>
            <p:nvPr/>
          </p:nvSpPr>
          <p:spPr>
            <a:xfrm>
              <a:off x="5431" y="3641"/>
              <a:ext cx="233" cy="383"/>
            </a:xfrm>
            <a:prstGeom prst="rect">
              <a:avLst/>
            </a:prstGeom>
            <a:noFill/>
            <a:ln>
              <a:noFill/>
            </a:ln>
          </p:spPr>
          <p:txBody>
            <a:bodyPr anchorCtr="0" anchor="t" bIns="46025" lIns="92075" spcFirstLastPara="1" rIns="92075" wrap="square" tIns="46025">
              <a:spAutoFit/>
            </a:bodyPr>
            <a:lstStyle/>
            <a:p>
              <a:pPr indent="0" lvl="0" marL="0" marR="0" rtl="0" algn="r">
                <a:lnSpc>
                  <a:spcPct val="93000"/>
                </a:lnSpc>
                <a:spcBef>
                  <a:spcPts val="0"/>
                </a:spcBef>
                <a:spcAft>
                  <a:spcPts val="0"/>
                </a:spcAft>
                <a:buClr>
                  <a:schemeClr val="lt1"/>
                </a:buClr>
                <a:buSzPts val="2016"/>
                <a:buFont typeface="Noto Sans Symbols"/>
                <a:buNone/>
              </a:pPr>
              <a:r>
                <a:rPr b="1" i="0" lang="en-US" sz="3600" u="none" cap="none" strike="noStrike">
                  <a:solidFill>
                    <a:srgbClr val="0000FF"/>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p:txBody>
        </p:sp>
      </p:grpSp>
      <p:sp>
        <p:nvSpPr>
          <p:cNvPr id="86" name="Google Shape;86;p38"/>
          <p:cNvSpPr txBox="1"/>
          <p:nvPr>
            <p:ph idx="10" type="dt"/>
          </p:nvPr>
        </p:nvSpPr>
        <p:spPr>
          <a:xfrm>
            <a:off x="7209536" y="6355080"/>
            <a:ext cx="3048000" cy="36576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5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8"/>
          <p:cNvSpPr txBox="1"/>
          <p:nvPr/>
        </p:nvSpPr>
        <p:spPr>
          <a:xfrm>
            <a:off x="2540000" y="6397824"/>
            <a:ext cx="4572000"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Comic Sans MS"/>
                <a:ea typeface="Comic Sans MS"/>
                <a:cs typeface="Comic Sans MS"/>
                <a:sym typeface="Comic Sans MS"/>
              </a:rPr>
              <a:t>Web page:  aviral.lab.asu.edu</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39"/>
          <p:cNvSpPr txBox="1"/>
          <p:nvPr>
            <p:ph type="title"/>
          </p:nvPr>
        </p:nvSpPr>
        <p:spPr>
          <a:xfrm>
            <a:off x="0" y="0"/>
            <a:ext cx="12192000" cy="838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00006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9"/>
          <p:cNvSpPr txBox="1"/>
          <p:nvPr>
            <p:ph idx="1" type="body"/>
          </p:nvPr>
        </p:nvSpPr>
        <p:spPr>
          <a:xfrm rot="5400000">
            <a:off x="3422652" y="-2228850"/>
            <a:ext cx="5257800" cy="116967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450"/>
              </a:spcBef>
              <a:spcAft>
                <a:spcPts val="0"/>
              </a:spcAft>
              <a:buSzPts val="1368"/>
              <a:buChar char="?"/>
              <a:defRPr/>
            </a:lvl1pPr>
            <a:lvl2pPr indent="-315468" lvl="1" marL="914400" algn="l">
              <a:lnSpc>
                <a:spcPct val="100000"/>
              </a:lnSpc>
              <a:spcBef>
                <a:spcPts val="375"/>
              </a:spcBef>
              <a:spcAft>
                <a:spcPts val="0"/>
              </a:spcAft>
              <a:buSzPts val="1368"/>
              <a:buChar char="?"/>
              <a:defRPr/>
            </a:lvl2pPr>
            <a:lvl3pPr indent="-315467" lvl="2" marL="1371600" algn="l">
              <a:lnSpc>
                <a:spcPct val="100000"/>
              </a:lnSpc>
              <a:spcBef>
                <a:spcPts val="375"/>
              </a:spcBef>
              <a:spcAft>
                <a:spcPts val="0"/>
              </a:spcAft>
              <a:buSzPts val="1368"/>
              <a:buChar char="?"/>
              <a:defRPr/>
            </a:lvl3pPr>
            <a:lvl4pPr indent="-308610" lvl="3" marL="1828800" algn="l">
              <a:lnSpc>
                <a:spcPct val="100000"/>
              </a:lnSpc>
              <a:spcBef>
                <a:spcPts val="300"/>
              </a:spcBef>
              <a:spcAft>
                <a:spcPts val="0"/>
              </a:spcAft>
              <a:buSzPts val="1260"/>
              <a:buChar char="◻"/>
              <a:defRPr/>
            </a:lvl4pPr>
            <a:lvl5pPr indent="-308610" lvl="4" marL="2286000" algn="l">
              <a:lnSpc>
                <a:spcPct val="100000"/>
              </a:lnSpc>
              <a:spcBef>
                <a:spcPts val="225"/>
              </a:spcBef>
              <a:spcAft>
                <a:spcPts val="0"/>
              </a:spcAft>
              <a:buSzPts val="1260"/>
              <a:buChar char="◻"/>
              <a:defRPr/>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sp>
        <p:nvSpPr>
          <p:cNvPr id="91" name="Google Shape;91;p39"/>
          <p:cNvSpPr txBox="1"/>
          <p:nvPr>
            <p:ph idx="12" type="sldNum"/>
          </p:nvPr>
        </p:nvSpPr>
        <p:spPr>
          <a:xfrm>
            <a:off x="816864" y="6356350"/>
            <a:ext cx="1723136"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9pPr>
          </a:lstStyle>
          <a:p>
            <a:pPr indent="0" lvl="0" marL="0" rtl="0" algn="l">
              <a:spcBef>
                <a:spcPts val="0"/>
              </a:spcBef>
              <a:spcAft>
                <a:spcPts val="0"/>
              </a:spcAft>
              <a:buNone/>
            </a:pPr>
            <a:fld id="{00000000-1234-1234-1234-123412341234}" type="slidenum">
              <a:rPr lang="en-US"/>
              <a:t>‹#›</a:t>
            </a:fld>
            <a:endParaRPr/>
          </a:p>
        </p:txBody>
      </p:sp>
      <p:grpSp>
        <p:nvGrpSpPr>
          <p:cNvPr id="92" name="Google Shape;92;p39"/>
          <p:cNvGrpSpPr/>
          <p:nvPr/>
        </p:nvGrpSpPr>
        <p:grpSpPr>
          <a:xfrm>
            <a:off x="10682818" y="5932487"/>
            <a:ext cx="1610782" cy="836612"/>
            <a:chOff x="4903" y="3497"/>
            <a:chExt cx="761" cy="527"/>
          </a:xfrm>
        </p:grpSpPr>
        <p:sp>
          <p:nvSpPr>
            <p:cNvPr id="93" name="Google Shape;93;p39"/>
            <p:cNvSpPr txBox="1"/>
            <p:nvPr/>
          </p:nvSpPr>
          <p:spPr>
            <a:xfrm>
              <a:off x="4903" y="3634"/>
              <a:ext cx="245" cy="383"/>
            </a:xfrm>
            <a:prstGeom prst="rect">
              <a:avLst/>
            </a:prstGeom>
            <a:noFill/>
            <a:ln>
              <a:noFill/>
            </a:ln>
          </p:spPr>
          <p:txBody>
            <a:bodyPr anchorCtr="0" anchor="t" bIns="46025" lIns="92075" spcFirstLastPara="1" rIns="92075" wrap="square" tIns="46025">
              <a:spAutoFit/>
            </a:bodyPr>
            <a:lstStyle/>
            <a:p>
              <a:pPr indent="0" lvl="0" marL="0" marR="0" rtl="0" algn="r">
                <a:lnSpc>
                  <a:spcPct val="93000"/>
                </a:lnSpc>
                <a:spcBef>
                  <a:spcPts val="0"/>
                </a:spcBef>
                <a:spcAft>
                  <a:spcPts val="0"/>
                </a:spcAft>
                <a:buClr>
                  <a:schemeClr val="dk1"/>
                </a:buClr>
                <a:buSzPts val="2016"/>
                <a:buFont typeface="Noto Sans Symbols"/>
                <a:buNone/>
              </a:pPr>
              <a:r>
                <a:rPr b="1" i="0" lang="en-US" sz="3600" u="none" cap="none" strike="noStrike">
                  <a:solidFill>
                    <a:srgbClr val="0000FF"/>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sp>
          <p:nvSpPr>
            <p:cNvPr id="94" name="Google Shape;94;p39"/>
            <p:cNvSpPr txBox="1"/>
            <p:nvPr/>
          </p:nvSpPr>
          <p:spPr>
            <a:xfrm>
              <a:off x="5157" y="3497"/>
              <a:ext cx="294" cy="383"/>
            </a:xfrm>
            <a:prstGeom prst="rect">
              <a:avLst/>
            </a:prstGeom>
            <a:noFill/>
            <a:ln>
              <a:noFill/>
            </a:ln>
          </p:spPr>
          <p:txBody>
            <a:bodyPr anchorCtr="0" anchor="t" bIns="46025" lIns="92075" spcFirstLastPara="1" rIns="92075" wrap="square" tIns="46025">
              <a:spAutoFit/>
            </a:bodyPr>
            <a:lstStyle/>
            <a:p>
              <a:pPr indent="0" lvl="0" marL="0" marR="0" rtl="0" algn="r">
                <a:lnSpc>
                  <a:spcPct val="93000"/>
                </a:lnSpc>
                <a:spcBef>
                  <a:spcPts val="0"/>
                </a:spcBef>
                <a:spcAft>
                  <a:spcPts val="0"/>
                </a:spcAft>
                <a:buClr>
                  <a:schemeClr val="dk1"/>
                </a:buClr>
                <a:buSzPts val="2016"/>
                <a:buFont typeface="Noto Sans Symbols"/>
                <a:buNone/>
              </a:pPr>
              <a:r>
                <a:rPr b="1" i="0" lang="en-US" sz="3600" u="none" cap="none" strike="noStrike">
                  <a:solidFill>
                    <a:srgbClr val="0000FF"/>
                  </a:solidFill>
                  <a:latin typeface="Times New Roman"/>
                  <a:ea typeface="Times New Roman"/>
                  <a:cs typeface="Times New Roman"/>
                  <a:sym typeface="Times New Roman"/>
                </a:rPr>
                <a:t>M</a:t>
              </a:r>
              <a:endParaRPr b="0" i="0" sz="1400" u="none" cap="none" strike="noStrike">
                <a:solidFill>
                  <a:srgbClr val="000000"/>
                </a:solidFill>
                <a:latin typeface="Arial"/>
                <a:ea typeface="Arial"/>
                <a:cs typeface="Arial"/>
                <a:sym typeface="Arial"/>
              </a:endParaRPr>
            </a:p>
          </p:txBody>
        </p:sp>
        <p:sp>
          <p:nvSpPr>
            <p:cNvPr id="95" name="Google Shape;95;p39"/>
            <p:cNvSpPr txBox="1"/>
            <p:nvPr/>
          </p:nvSpPr>
          <p:spPr>
            <a:xfrm>
              <a:off x="5431" y="3641"/>
              <a:ext cx="233" cy="383"/>
            </a:xfrm>
            <a:prstGeom prst="rect">
              <a:avLst/>
            </a:prstGeom>
            <a:noFill/>
            <a:ln>
              <a:noFill/>
            </a:ln>
          </p:spPr>
          <p:txBody>
            <a:bodyPr anchorCtr="0" anchor="t" bIns="46025" lIns="92075" spcFirstLastPara="1" rIns="92075" wrap="square" tIns="46025">
              <a:spAutoFit/>
            </a:bodyPr>
            <a:lstStyle/>
            <a:p>
              <a:pPr indent="0" lvl="0" marL="0" marR="0" rtl="0" algn="r">
                <a:lnSpc>
                  <a:spcPct val="93000"/>
                </a:lnSpc>
                <a:spcBef>
                  <a:spcPts val="0"/>
                </a:spcBef>
                <a:spcAft>
                  <a:spcPts val="0"/>
                </a:spcAft>
                <a:buClr>
                  <a:schemeClr val="dk1"/>
                </a:buClr>
                <a:buSzPts val="2016"/>
                <a:buFont typeface="Noto Sans Symbols"/>
                <a:buNone/>
              </a:pPr>
              <a:r>
                <a:rPr b="1" i="0" lang="en-US" sz="3600" u="none" cap="none" strike="noStrike">
                  <a:solidFill>
                    <a:srgbClr val="0000FF"/>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p:txBody>
        </p:sp>
      </p:grpSp>
      <p:sp>
        <p:nvSpPr>
          <p:cNvPr id="96" name="Google Shape;96;p39"/>
          <p:cNvSpPr txBox="1"/>
          <p:nvPr>
            <p:ph idx="10" type="dt"/>
          </p:nvPr>
        </p:nvSpPr>
        <p:spPr>
          <a:xfrm>
            <a:off x="7209536" y="6355080"/>
            <a:ext cx="3048000" cy="36576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5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7" name="Shape 97"/>
        <p:cNvGrpSpPr/>
        <p:nvPr/>
      </p:nvGrpSpPr>
      <p:grpSpPr>
        <a:xfrm>
          <a:off x="0" y="0"/>
          <a:ext cx="0" cy="0"/>
          <a:chOff x="0" y="0"/>
          <a:chExt cx="0" cy="0"/>
        </a:xfrm>
      </p:grpSpPr>
      <p:sp>
        <p:nvSpPr>
          <p:cNvPr id="98" name="Google Shape;98;p40"/>
          <p:cNvSpPr txBox="1"/>
          <p:nvPr>
            <p:ph type="title"/>
          </p:nvPr>
        </p:nvSpPr>
        <p:spPr>
          <a:xfrm rot="5400000">
            <a:off x="7285038" y="1828804"/>
            <a:ext cx="5851525" cy="2743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00006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40"/>
          <p:cNvSpPr txBox="1"/>
          <p:nvPr>
            <p:ph idx="1" type="body"/>
          </p:nvPr>
        </p:nvSpPr>
        <p:spPr>
          <a:xfrm rot="5400000">
            <a:off x="1697038" y="-812796"/>
            <a:ext cx="5851525" cy="80264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450"/>
              </a:spcBef>
              <a:spcAft>
                <a:spcPts val="0"/>
              </a:spcAft>
              <a:buSzPts val="1368"/>
              <a:buChar char="?"/>
              <a:defRPr/>
            </a:lvl1pPr>
            <a:lvl2pPr indent="-315468" lvl="1" marL="914400" algn="l">
              <a:lnSpc>
                <a:spcPct val="100000"/>
              </a:lnSpc>
              <a:spcBef>
                <a:spcPts val="375"/>
              </a:spcBef>
              <a:spcAft>
                <a:spcPts val="0"/>
              </a:spcAft>
              <a:buSzPts val="1368"/>
              <a:buChar char="?"/>
              <a:defRPr/>
            </a:lvl2pPr>
            <a:lvl3pPr indent="-315467" lvl="2" marL="1371600" algn="l">
              <a:lnSpc>
                <a:spcPct val="100000"/>
              </a:lnSpc>
              <a:spcBef>
                <a:spcPts val="375"/>
              </a:spcBef>
              <a:spcAft>
                <a:spcPts val="0"/>
              </a:spcAft>
              <a:buSzPts val="1368"/>
              <a:buChar char="?"/>
              <a:defRPr/>
            </a:lvl3pPr>
            <a:lvl4pPr indent="-308610" lvl="3" marL="1828800" algn="l">
              <a:lnSpc>
                <a:spcPct val="100000"/>
              </a:lnSpc>
              <a:spcBef>
                <a:spcPts val="300"/>
              </a:spcBef>
              <a:spcAft>
                <a:spcPts val="0"/>
              </a:spcAft>
              <a:buSzPts val="1260"/>
              <a:buChar char="◻"/>
              <a:defRPr/>
            </a:lvl4pPr>
            <a:lvl5pPr indent="-308610" lvl="4" marL="2286000" algn="l">
              <a:lnSpc>
                <a:spcPct val="100000"/>
              </a:lnSpc>
              <a:spcBef>
                <a:spcPts val="225"/>
              </a:spcBef>
              <a:spcAft>
                <a:spcPts val="0"/>
              </a:spcAft>
              <a:buSzPts val="1260"/>
              <a:buChar char="◻"/>
              <a:defRPr/>
            </a:lvl5pPr>
            <a:lvl6pPr indent="-314325" lvl="5" marL="2743200" algn="l">
              <a:lnSpc>
                <a:spcPct val="100000"/>
              </a:lnSpc>
              <a:spcBef>
                <a:spcPts val="225"/>
              </a:spcBef>
              <a:spcAft>
                <a:spcPts val="0"/>
              </a:spcAft>
              <a:buSzPts val="1350"/>
              <a:buChar char="?"/>
              <a:defRPr/>
            </a:lvl6pPr>
            <a:lvl7pPr indent="-314325" lvl="6" marL="3200400" algn="l">
              <a:lnSpc>
                <a:spcPct val="100000"/>
              </a:lnSpc>
              <a:spcBef>
                <a:spcPts val="225"/>
              </a:spcBef>
              <a:spcAft>
                <a:spcPts val="0"/>
              </a:spcAft>
              <a:buSzPts val="1350"/>
              <a:buChar char="?"/>
              <a:defRPr/>
            </a:lvl7pPr>
            <a:lvl8pPr indent="-314325" lvl="7" marL="3657600" algn="l">
              <a:lnSpc>
                <a:spcPct val="100000"/>
              </a:lnSpc>
              <a:spcBef>
                <a:spcPts val="225"/>
              </a:spcBef>
              <a:spcAft>
                <a:spcPts val="0"/>
              </a:spcAft>
              <a:buSzPts val="1350"/>
              <a:buChar char="?"/>
              <a:defRPr/>
            </a:lvl8pPr>
            <a:lvl9pPr indent="-314325" lvl="8" marL="4114800" algn="l">
              <a:lnSpc>
                <a:spcPct val="100000"/>
              </a:lnSpc>
              <a:spcBef>
                <a:spcPts val="225"/>
              </a:spcBef>
              <a:spcAft>
                <a:spcPts val="0"/>
              </a:spcAft>
              <a:buSzPts val="1350"/>
              <a:buChar char="?"/>
              <a:defRPr/>
            </a:lvl9pPr>
          </a:lstStyle>
          <a:p/>
        </p:txBody>
      </p:sp>
      <p:cxnSp>
        <p:nvCxnSpPr>
          <p:cNvPr id="100" name="Google Shape;100;p40"/>
          <p:cNvCxnSpPr/>
          <p:nvPr/>
        </p:nvCxnSpPr>
        <p:spPr>
          <a:xfrm>
            <a:off x="609600" y="6353175"/>
            <a:ext cx="10972800" cy="0"/>
          </a:xfrm>
          <a:prstGeom prst="straightConnector1">
            <a:avLst/>
          </a:prstGeom>
          <a:noFill/>
          <a:ln cap="flat" cmpd="sng" w="9525">
            <a:solidFill>
              <a:schemeClr val="accent2"/>
            </a:solidFill>
            <a:prstDash val="dash"/>
            <a:round/>
            <a:headEnd len="sm" w="sm" type="none"/>
            <a:tailEnd len="sm" w="sm" type="none"/>
          </a:ln>
        </p:spPr>
      </p:cxnSp>
      <p:sp>
        <p:nvSpPr>
          <p:cNvPr id="101" name="Google Shape;101;p40"/>
          <p:cNvSpPr/>
          <p:nvPr/>
        </p:nvSpPr>
        <p:spPr>
          <a:xfrm rot="5400000">
            <a:off x="590610" y="6447424"/>
            <a:ext cx="190849" cy="160419"/>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cxnSp>
        <p:nvCxnSpPr>
          <p:cNvPr id="102" name="Google Shape;102;p40"/>
          <p:cNvCxnSpPr/>
          <p:nvPr/>
        </p:nvCxnSpPr>
        <p:spPr>
          <a:xfrm rot="5400000">
            <a:off x="5814836" y="3201952"/>
            <a:ext cx="5852160" cy="0"/>
          </a:xfrm>
          <a:prstGeom prst="straightConnector1">
            <a:avLst/>
          </a:prstGeom>
          <a:noFill/>
          <a:ln cap="flat" cmpd="sng" w="9525">
            <a:solidFill>
              <a:schemeClr val="accent2"/>
            </a:solidFill>
            <a:prstDash val="dash"/>
            <a:round/>
            <a:headEnd len="sm" w="sm" type="none"/>
            <a:tailEnd len="sm" w="sm" type="none"/>
          </a:ln>
        </p:spPr>
      </p:cxnSp>
      <p:sp>
        <p:nvSpPr>
          <p:cNvPr id="103" name="Google Shape;103;p40"/>
          <p:cNvSpPr txBox="1"/>
          <p:nvPr>
            <p:ph idx="12" type="sldNum"/>
          </p:nvPr>
        </p:nvSpPr>
        <p:spPr>
          <a:xfrm>
            <a:off x="816864" y="6356350"/>
            <a:ext cx="1723136"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1pPr>
            <a:lvl2pPr indent="0" lvl="1"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2pPr>
            <a:lvl3pPr indent="0" lvl="2"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3pPr>
            <a:lvl4pPr indent="0" lvl="3"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4pPr>
            <a:lvl5pPr indent="0" lvl="4"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5pPr>
            <a:lvl6pPr indent="0" lvl="5"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6pPr>
            <a:lvl7pPr indent="0" lvl="6"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7pPr>
            <a:lvl8pPr indent="0" lvl="7"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8pPr>
            <a:lvl9pPr indent="0" lvl="8" marL="0" marR="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9pPr>
          </a:lstStyle>
          <a:p>
            <a:pPr indent="0" lvl="0" marL="0" rtl="0" algn="l">
              <a:spcBef>
                <a:spcPts val="0"/>
              </a:spcBef>
              <a:spcAft>
                <a:spcPts val="0"/>
              </a:spcAft>
              <a:buNone/>
            </a:pPr>
            <a:fld id="{00000000-1234-1234-1234-123412341234}" type="slidenum">
              <a:rPr lang="en-US"/>
              <a:t>‹#›</a:t>
            </a:fld>
            <a:endParaRPr/>
          </a:p>
        </p:txBody>
      </p:sp>
      <p:grpSp>
        <p:nvGrpSpPr>
          <p:cNvPr id="104" name="Google Shape;104;p40"/>
          <p:cNvGrpSpPr/>
          <p:nvPr/>
        </p:nvGrpSpPr>
        <p:grpSpPr>
          <a:xfrm>
            <a:off x="10682818" y="5932487"/>
            <a:ext cx="1610782" cy="836612"/>
            <a:chOff x="4903" y="3497"/>
            <a:chExt cx="761" cy="527"/>
          </a:xfrm>
        </p:grpSpPr>
        <p:sp>
          <p:nvSpPr>
            <p:cNvPr id="105" name="Google Shape;105;p40"/>
            <p:cNvSpPr txBox="1"/>
            <p:nvPr/>
          </p:nvSpPr>
          <p:spPr>
            <a:xfrm>
              <a:off x="4903" y="3634"/>
              <a:ext cx="245" cy="383"/>
            </a:xfrm>
            <a:prstGeom prst="rect">
              <a:avLst/>
            </a:prstGeom>
            <a:noFill/>
            <a:ln>
              <a:noFill/>
            </a:ln>
          </p:spPr>
          <p:txBody>
            <a:bodyPr anchorCtr="0" anchor="t" bIns="46025" lIns="92075" spcFirstLastPara="1" rIns="92075" wrap="square" tIns="46025">
              <a:spAutoFit/>
            </a:bodyPr>
            <a:lstStyle/>
            <a:p>
              <a:pPr indent="0" lvl="0" marL="0" marR="0" rtl="0" algn="r">
                <a:lnSpc>
                  <a:spcPct val="93000"/>
                </a:lnSpc>
                <a:spcBef>
                  <a:spcPts val="0"/>
                </a:spcBef>
                <a:spcAft>
                  <a:spcPts val="0"/>
                </a:spcAft>
                <a:buClr>
                  <a:schemeClr val="dk1"/>
                </a:buClr>
                <a:buSzPts val="2016"/>
                <a:buFont typeface="Noto Sans Symbols"/>
                <a:buNone/>
              </a:pPr>
              <a:r>
                <a:rPr b="1" i="0" lang="en-US" sz="3600" u="none" cap="none" strike="noStrike">
                  <a:solidFill>
                    <a:srgbClr val="0000FF"/>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sp>
          <p:nvSpPr>
            <p:cNvPr id="106" name="Google Shape;106;p40"/>
            <p:cNvSpPr txBox="1"/>
            <p:nvPr/>
          </p:nvSpPr>
          <p:spPr>
            <a:xfrm>
              <a:off x="5157" y="3497"/>
              <a:ext cx="294" cy="383"/>
            </a:xfrm>
            <a:prstGeom prst="rect">
              <a:avLst/>
            </a:prstGeom>
            <a:noFill/>
            <a:ln>
              <a:noFill/>
            </a:ln>
          </p:spPr>
          <p:txBody>
            <a:bodyPr anchorCtr="0" anchor="t" bIns="46025" lIns="92075" spcFirstLastPara="1" rIns="92075" wrap="square" tIns="46025">
              <a:spAutoFit/>
            </a:bodyPr>
            <a:lstStyle/>
            <a:p>
              <a:pPr indent="0" lvl="0" marL="0" marR="0" rtl="0" algn="r">
                <a:lnSpc>
                  <a:spcPct val="93000"/>
                </a:lnSpc>
                <a:spcBef>
                  <a:spcPts val="0"/>
                </a:spcBef>
                <a:spcAft>
                  <a:spcPts val="0"/>
                </a:spcAft>
                <a:buClr>
                  <a:schemeClr val="dk1"/>
                </a:buClr>
                <a:buSzPts val="2016"/>
                <a:buFont typeface="Noto Sans Symbols"/>
                <a:buNone/>
              </a:pPr>
              <a:r>
                <a:rPr b="1" i="0" lang="en-US" sz="3600" u="none" cap="none" strike="noStrike">
                  <a:solidFill>
                    <a:srgbClr val="0000FF"/>
                  </a:solidFill>
                  <a:latin typeface="Times New Roman"/>
                  <a:ea typeface="Times New Roman"/>
                  <a:cs typeface="Times New Roman"/>
                  <a:sym typeface="Times New Roman"/>
                </a:rPr>
                <a:t>M</a:t>
              </a:r>
              <a:endParaRPr b="0" i="0" sz="1400" u="none" cap="none" strike="noStrike">
                <a:solidFill>
                  <a:srgbClr val="000000"/>
                </a:solidFill>
                <a:latin typeface="Arial"/>
                <a:ea typeface="Arial"/>
                <a:cs typeface="Arial"/>
                <a:sym typeface="Arial"/>
              </a:endParaRPr>
            </a:p>
          </p:txBody>
        </p:sp>
        <p:sp>
          <p:nvSpPr>
            <p:cNvPr id="107" name="Google Shape;107;p40"/>
            <p:cNvSpPr txBox="1"/>
            <p:nvPr/>
          </p:nvSpPr>
          <p:spPr>
            <a:xfrm>
              <a:off x="5431" y="3641"/>
              <a:ext cx="233" cy="383"/>
            </a:xfrm>
            <a:prstGeom prst="rect">
              <a:avLst/>
            </a:prstGeom>
            <a:noFill/>
            <a:ln>
              <a:noFill/>
            </a:ln>
          </p:spPr>
          <p:txBody>
            <a:bodyPr anchorCtr="0" anchor="t" bIns="46025" lIns="92075" spcFirstLastPara="1" rIns="92075" wrap="square" tIns="46025">
              <a:spAutoFit/>
            </a:bodyPr>
            <a:lstStyle/>
            <a:p>
              <a:pPr indent="0" lvl="0" marL="0" marR="0" rtl="0" algn="r">
                <a:lnSpc>
                  <a:spcPct val="93000"/>
                </a:lnSpc>
                <a:spcBef>
                  <a:spcPts val="0"/>
                </a:spcBef>
                <a:spcAft>
                  <a:spcPts val="0"/>
                </a:spcAft>
                <a:buClr>
                  <a:schemeClr val="dk1"/>
                </a:buClr>
                <a:buSzPts val="2016"/>
                <a:buFont typeface="Noto Sans Symbols"/>
                <a:buNone/>
              </a:pPr>
              <a:r>
                <a:rPr b="1" i="0" lang="en-US" sz="3600" u="none" cap="none" strike="noStrike">
                  <a:solidFill>
                    <a:srgbClr val="0000FF"/>
                  </a:solidFill>
                  <a:latin typeface="Times New Roman"/>
                  <a:ea typeface="Times New Roman"/>
                  <a:cs typeface="Times New Roman"/>
                  <a:sym typeface="Times New Roman"/>
                </a:rPr>
                <a:t>L</a:t>
              </a:r>
              <a:endParaRPr b="0" i="0" sz="1400" u="none" cap="none" strike="noStrike">
                <a:solidFill>
                  <a:srgbClr val="000000"/>
                </a:solidFill>
                <a:latin typeface="Arial"/>
                <a:ea typeface="Arial"/>
                <a:cs typeface="Arial"/>
                <a:sym typeface="Arial"/>
              </a:endParaRPr>
            </a:p>
          </p:txBody>
        </p:sp>
      </p:grpSp>
      <p:sp>
        <p:nvSpPr>
          <p:cNvPr id="108" name="Google Shape;108;p40"/>
          <p:cNvSpPr txBox="1"/>
          <p:nvPr>
            <p:ph idx="10" type="dt"/>
          </p:nvPr>
        </p:nvSpPr>
        <p:spPr>
          <a:xfrm>
            <a:off x="7209536" y="6355080"/>
            <a:ext cx="3048000" cy="36576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sz="105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40"/>
          <p:cNvSpPr txBox="1"/>
          <p:nvPr/>
        </p:nvSpPr>
        <p:spPr>
          <a:xfrm>
            <a:off x="2540000" y="6397824"/>
            <a:ext cx="4572000" cy="2539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0808C0"/>
                </a:solidFill>
                <a:latin typeface="Comic Sans MS"/>
                <a:ea typeface="Comic Sans MS"/>
                <a:cs typeface="Comic Sans MS"/>
                <a:sym typeface="Comic Sans MS"/>
              </a:rPr>
              <a:t>Web page:  aviral.lab.asu.edu</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0" y="0"/>
            <a:ext cx="12192000" cy="838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66"/>
              </a:buClr>
              <a:buSzPts val="3300"/>
              <a:buFont typeface="Candara"/>
              <a:buNone/>
              <a:defRPr b="1" i="0" sz="3300" u="none" cap="none" strike="noStrike">
                <a:solidFill>
                  <a:srgbClr val="000066"/>
                </a:solidFill>
                <a:latin typeface="Candara"/>
                <a:ea typeface="Candara"/>
                <a:cs typeface="Candara"/>
                <a:sym typeface="Candar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9"/>
          <p:cNvSpPr txBox="1"/>
          <p:nvPr>
            <p:ph idx="1" type="body"/>
          </p:nvPr>
        </p:nvSpPr>
        <p:spPr>
          <a:xfrm>
            <a:off x="203202" y="990600"/>
            <a:ext cx="11696700" cy="5257800"/>
          </a:xfrm>
          <a:prstGeom prst="rect">
            <a:avLst/>
          </a:prstGeom>
          <a:noFill/>
          <a:ln>
            <a:noFill/>
          </a:ln>
        </p:spPr>
        <p:txBody>
          <a:bodyPr anchorCtr="0" anchor="t" bIns="45700" lIns="91425" spcFirstLastPara="1" rIns="91425" wrap="square" tIns="45700">
            <a:normAutofit/>
          </a:bodyPr>
          <a:lstStyle>
            <a:lvl1pPr indent="-329946" lvl="0" marL="457200" marR="0" rtl="0" algn="l">
              <a:lnSpc>
                <a:spcPct val="100000"/>
              </a:lnSpc>
              <a:spcBef>
                <a:spcPts val="450"/>
              </a:spcBef>
              <a:spcAft>
                <a:spcPts val="0"/>
              </a:spcAft>
              <a:buClr>
                <a:schemeClr val="accent1"/>
              </a:buClr>
              <a:buSzPts val="1596"/>
              <a:buFont typeface="Noto Sans Symbols"/>
              <a:buChar char="🞂"/>
              <a:defRPr b="0" i="0" sz="2100" u="none" cap="none" strike="noStrike">
                <a:solidFill>
                  <a:schemeClr val="dk1"/>
                </a:solidFill>
                <a:latin typeface="Candara"/>
                <a:ea typeface="Candara"/>
                <a:cs typeface="Candara"/>
                <a:sym typeface="Candara"/>
              </a:defRPr>
            </a:lvl1pPr>
            <a:lvl2pPr indent="-315468" lvl="1" marL="914400" marR="0" rtl="0" algn="l">
              <a:lnSpc>
                <a:spcPct val="100000"/>
              </a:lnSpc>
              <a:spcBef>
                <a:spcPts val="375"/>
              </a:spcBef>
              <a:spcAft>
                <a:spcPts val="0"/>
              </a:spcAft>
              <a:buClr>
                <a:schemeClr val="accent2"/>
              </a:buClr>
              <a:buSzPts val="1368"/>
              <a:buFont typeface="Noto Sans Symbols"/>
              <a:buChar char="🞂"/>
              <a:defRPr b="0" i="0" sz="1800" u="none" cap="none" strike="noStrike">
                <a:solidFill>
                  <a:srgbClr val="002060"/>
                </a:solidFill>
                <a:latin typeface="Candara"/>
                <a:ea typeface="Candara"/>
                <a:cs typeface="Candara"/>
                <a:sym typeface="Candara"/>
              </a:defRPr>
            </a:lvl2pPr>
            <a:lvl3pPr indent="-315467" lvl="2" marL="1371600" marR="0" rtl="0" algn="l">
              <a:lnSpc>
                <a:spcPct val="100000"/>
              </a:lnSpc>
              <a:spcBef>
                <a:spcPts val="375"/>
              </a:spcBef>
              <a:spcAft>
                <a:spcPts val="0"/>
              </a:spcAft>
              <a:buClr>
                <a:srgbClr val="BABABA"/>
              </a:buClr>
              <a:buSzPts val="1368"/>
              <a:buFont typeface="Noto Sans Symbols"/>
              <a:buChar char="🞂"/>
              <a:defRPr b="0" i="0" sz="1800" u="none" cap="none" strike="noStrike">
                <a:solidFill>
                  <a:srgbClr val="006600"/>
                </a:solidFill>
                <a:latin typeface="Candara"/>
                <a:ea typeface="Candara"/>
                <a:cs typeface="Candara"/>
                <a:sym typeface="Candara"/>
              </a:defRPr>
            </a:lvl3pPr>
            <a:lvl4pPr indent="-295275" lvl="3" marL="1828800" marR="0" rtl="0" algn="l">
              <a:lnSpc>
                <a:spcPct val="100000"/>
              </a:lnSpc>
              <a:spcBef>
                <a:spcPts val="300"/>
              </a:spcBef>
              <a:spcAft>
                <a:spcPts val="0"/>
              </a:spcAft>
              <a:buClr>
                <a:srgbClr val="8BA1B3"/>
              </a:buClr>
              <a:buSzPts val="1050"/>
              <a:buFont typeface="Noto Sans Symbols"/>
              <a:buChar char="◻"/>
              <a:defRPr b="0" i="0" sz="1500" u="none" cap="none" strike="noStrike">
                <a:solidFill>
                  <a:schemeClr val="dk1"/>
                </a:solidFill>
                <a:latin typeface="Candara"/>
                <a:ea typeface="Candara"/>
                <a:cs typeface="Candara"/>
                <a:sym typeface="Candara"/>
              </a:defRPr>
            </a:lvl4pPr>
            <a:lvl5pPr indent="-288607" lvl="4" marL="2286000" marR="0" rtl="0" algn="l">
              <a:lnSpc>
                <a:spcPct val="100000"/>
              </a:lnSpc>
              <a:spcBef>
                <a:spcPts val="225"/>
              </a:spcBef>
              <a:spcAft>
                <a:spcPts val="0"/>
              </a:spcAft>
              <a:buClr>
                <a:schemeClr val="accent2"/>
              </a:buClr>
              <a:buSzPts val="945"/>
              <a:buFont typeface="Noto Sans Symbols"/>
              <a:buChar char="◻"/>
              <a:defRPr b="0" i="0" sz="1350" u="none" cap="none" strike="noStrike">
                <a:solidFill>
                  <a:schemeClr val="dk1"/>
                </a:solidFill>
                <a:latin typeface="Candara"/>
                <a:ea typeface="Candara"/>
                <a:cs typeface="Candara"/>
                <a:sym typeface="Candara"/>
              </a:defRPr>
            </a:lvl5pPr>
            <a:lvl6pPr indent="-285750" lvl="5" marL="2743200" marR="0" rtl="0" algn="l">
              <a:lnSpc>
                <a:spcPct val="100000"/>
              </a:lnSpc>
              <a:spcBef>
                <a:spcPts val="225"/>
              </a:spcBef>
              <a:spcAft>
                <a:spcPts val="0"/>
              </a:spcAft>
              <a:buClr>
                <a:srgbClr val="8BA1B3"/>
              </a:buClr>
              <a:buSzPts val="900"/>
              <a:buFont typeface="Noto Sans Symbols"/>
              <a:buChar char="🞂"/>
              <a:defRPr b="0" i="0" sz="1200" u="none" cap="none" strike="noStrike">
                <a:solidFill>
                  <a:schemeClr val="dk1"/>
                </a:solidFill>
                <a:latin typeface="Gill Sans"/>
                <a:ea typeface="Gill Sans"/>
                <a:cs typeface="Gill Sans"/>
                <a:sym typeface="Gill Sans"/>
              </a:defRPr>
            </a:lvl6pPr>
            <a:lvl7pPr indent="-278638" lvl="6" marL="3200400" marR="0" rtl="0" algn="l">
              <a:lnSpc>
                <a:spcPct val="100000"/>
              </a:lnSpc>
              <a:spcBef>
                <a:spcPts val="225"/>
              </a:spcBef>
              <a:spcAft>
                <a:spcPts val="0"/>
              </a:spcAft>
              <a:buClr>
                <a:srgbClr val="646C8F"/>
              </a:buClr>
              <a:buSzPts val="788"/>
              <a:buFont typeface="Noto Sans Symbols"/>
              <a:buChar char="🞂"/>
              <a:defRPr b="0" i="0" sz="1050" u="none" cap="none" strike="noStrike">
                <a:solidFill>
                  <a:schemeClr val="dk1"/>
                </a:solidFill>
                <a:latin typeface="Gill Sans"/>
                <a:ea typeface="Gill Sans"/>
                <a:cs typeface="Gill Sans"/>
                <a:sym typeface="Gill Sans"/>
              </a:defRPr>
            </a:lvl7pPr>
            <a:lvl8pPr indent="-278638" lvl="7" marL="3657600" marR="0" rtl="0" algn="l">
              <a:lnSpc>
                <a:spcPct val="100000"/>
              </a:lnSpc>
              <a:spcBef>
                <a:spcPts val="225"/>
              </a:spcBef>
              <a:spcAft>
                <a:spcPts val="0"/>
              </a:spcAft>
              <a:buClr>
                <a:srgbClr val="BABABA"/>
              </a:buClr>
              <a:buSzPts val="788"/>
              <a:buFont typeface="Noto Sans Symbols"/>
              <a:buChar char="🞂"/>
              <a:defRPr b="0" i="0" sz="1050" u="none" cap="none" strike="noStrike">
                <a:solidFill>
                  <a:schemeClr val="dk1"/>
                </a:solidFill>
                <a:latin typeface="Gill Sans"/>
                <a:ea typeface="Gill Sans"/>
                <a:cs typeface="Gill Sans"/>
                <a:sym typeface="Gill Sans"/>
              </a:defRPr>
            </a:lvl8pPr>
            <a:lvl9pPr indent="-271462" lvl="8" marL="4114800" marR="0" rtl="0" algn="l">
              <a:lnSpc>
                <a:spcPct val="100000"/>
              </a:lnSpc>
              <a:spcBef>
                <a:spcPts val="225"/>
              </a:spcBef>
              <a:spcAft>
                <a:spcPts val="0"/>
              </a:spcAft>
              <a:buClr>
                <a:srgbClr val="9FB8CD"/>
              </a:buClr>
              <a:buSzPts val="675"/>
              <a:buFont typeface="Noto Sans Symbols"/>
              <a:buChar char="🞂"/>
              <a:defRPr b="0" i="0" sz="900" u="none" cap="none" strike="noStrike">
                <a:solidFill>
                  <a:schemeClr val="dk1"/>
                </a:solidFill>
                <a:latin typeface="Gill Sans"/>
                <a:ea typeface="Gill Sans"/>
                <a:cs typeface="Gill Sans"/>
                <a:sym typeface="Gill Sans"/>
              </a:defRPr>
            </a:lvl9pPr>
          </a:lstStyle>
          <a:p/>
        </p:txBody>
      </p:sp>
      <p:cxnSp>
        <p:nvCxnSpPr>
          <p:cNvPr id="12" name="Google Shape;12;p29"/>
          <p:cNvCxnSpPr/>
          <p:nvPr/>
        </p:nvCxnSpPr>
        <p:spPr>
          <a:xfrm>
            <a:off x="609600" y="6353176"/>
            <a:ext cx="8295861" cy="3175"/>
          </a:xfrm>
          <a:prstGeom prst="straightConnector1">
            <a:avLst/>
          </a:prstGeom>
          <a:noFill/>
          <a:ln cap="flat" cmpd="sng" w="12700">
            <a:solidFill>
              <a:schemeClr val="accent2"/>
            </a:solidFill>
            <a:prstDash val="solid"/>
            <a:round/>
            <a:headEnd len="sm" w="sm" type="none"/>
            <a:tailEnd len="sm" w="sm" type="none"/>
          </a:ln>
        </p:spPr>
      </p:cxnSp>
      <p:cxnSp>
        <p:nvCxnSpPr>
          <p:cNvPr id="13" name="Google Shape;13;p29"/>
          <p:cNvCxnSpPr/>
          <p:nvPr/>
        </p:nvCxnSpPr>
        <p:spPr>
          <a:xfrm>
            <a:off x="0" y="838200"/>
            <a:ext cx="12192000" cy="0"/>
          </a:xfrm>
          <a:prstGeom prst="straightConnector1">
            <a:avLst/>
          </a:prstGeom>
          <a:noFill/>
          <a:ln cap="flat" cmpd="sng" w="63500">
            <a:solidFill>
              <a:srgbClr val="0808C0"/>
            </a:solidFill>
            <a:prstDash val="solid"/>
            <a:round/>
            <a:headEnd len="sm" w="sm" type="none"/>
            <a:tailEnd len="sm" w="sm" type="none"/>
          </a:ln>
        </p:spPr>
      </p:cxnSp>
      <p:sp>
        <p:nvSpPr>
          <p:cNvPr id="14" name="Google Shape;14;p29"/>
          <p:cNvSpPr/>
          <p:nvPr/>
        </p:nvSpPr>
        <p:spPr>
          <a:xfrm rot="5400000">
            <a:off x="590610" y="6447424"/>
            <a:ext cx="190849" cy="160419"/>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Gill Sans"/>
              <a:ea typeface="Gill Sans"/>
              <a:cs typeface="Gill Sans"/>
              <a:sym typeface="Gill Sans"/>
            </a:endParaRPr>
          </a:p>
        </p:txBody>
      </p:sp>
      <p:sp>
        <p:nvSpPr>
          <p:cNvPr id="15" name="Google Shape;15;p29"/>
          <p:cNvSpPr txBox="1"/>
          <p:nvPr>
            <p:ph idx="12" type="sldNum"/>
          </p:nvPr>
        </p:nvSpPr>
        <p:spPr>
          <a:xfrm>
            <a:off x="816864" y="6356350"/>
            <a:ext cx="1723136" cy="36576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ndara"/>
                <a:ea typeface="Candara"/>
                <a:cs typeface="Candara"/>
                <a:sym typeface="Candara"/>
              </a:defRPr>
            </a:lvl9pPr>
          </a:lstStyle>
          <a:p>
            <a:pPr indent="0" lvl="0" marL="0" rtl="0" algn="l">
              <a:spcBef>
                <a:spcPts val="0"/>
              </a:spcBef>
              <a:spcAft>
                <a:spcPts val="0"/>
              </a:spcAft>
              <a:buNone/>
            </a:pPr>
            <a:fld id="{00000000-1234-1234-1234-123412341234}" type="slidenum">
              <a:rPr lang="en-US"/>
              <a:t>‹#›</a:t>
            </a:fld>
            <a:endParaRPr/>
          </a:p>
        </p:txBody>
      </p:sp>
      <p:pic>
        <p:nvPicPr>
          <p:cNvPr descr="A picture containing object, clock, screen, room&#10;&#10;Description automatically generated" id="16" name="Google Shape;16;p29"/>
          <p:cNvPicPr preferRelativeResize="0"/>
          <p:nvPr/>
        </p:nvPicPr>
        <p:blipFill rotWithShape="1">
          <a:blip r:embed="rId1">
            <a:alphaModFix/>
          </a:blip>
          <a:srcRect b="0" l="0" r="0" t="0"/>
          <a:stretch/>
        </p:blipFill>
        <p:spPr>
          <a:xfrm>
            <a:off x="9009128" y="5797600"/>
            <a:ext cx="3315392" cy="1044111"/>
          </a:xfrm>
          <a:prstGeom prst="rect">
            <a:avLst/>
          </a:prstGeom>
          <a:noFill/>
          <a:ln>
            <a:noFill/>
          </a:ln>
        </p:spPr>
      </p:pic>
      <p:sp>
        <p:nvSpPr>
          <p:cNvPr id="17" name="Google Shape;17;p29"/>
          <p:cNvSpPr txBox="1"/>
          <p:nvPr>
            <p:ph idx="10" type="dt"/>
          </p:nvPr>
        </p:nvSpPr>
        <p:spPr>
          <a:xfrm>
            <a:off x="4820051" y="6365810"/>
            <a:ext cx="2551899" cy="36576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350" u="none" cap="none" strike="noStrike">
                <a:solidFill>
                  <a:schemeClr val="dk1"/>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courses.cs.washington.edu/courses/csep548/06au/lectures/branchPred.pdf" TargetMode="External"/><Relationship Id="rId4" Type="http://schemas.openxmlformats.org/officeDocument/2006/relationships/hyperlink" Target="https://tnm.engin.umich.edu/wp-content/uploads/sites/353/2017/12/1997.12.The-bi-mode-branch-predictor.pdf" TargetMode="External"/><Relationship Id="rId5" Type="http://schemas.openxmlformats.org/officeDocument/2006/relationships/hyperlink" Target="https://tnm.engin.umich.edu/wp-content/uploads/sites/353/2017/12/1997.12.The-bi-mode-branch-predictor.pdf" TargetMode="External"/><Relationship Id="rId6" Type="http://schemas.openxmlformats.org/officeDocument/2006/relationships/hyperlink" Target="https://www.inf.ed.ac.uk/teaching/courses/car/Notes/2017-18/lecture05-handling_hazards.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learning.gem5.org/book/part2/debugging.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1524000" y="1143000"/>
            <a:ext cx="9448800" cy="1219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6600"/>
              <a:buFont typeface="Candara"/>
              <a:buNone/>
            </a:pPr>
            <a:r>
              <a:rPr lang="en-US" sz="6600"/>
              <a:t>Project 2 Overview</a:t>
            </a:r>
            <a:endParaRPr/>
          </a:p>
        </p:txBody>
      </p:sp>
      <p:sp>
        <p:nvSpPr>
          <p:cNvPr id="115" name="Google Shape;115;p1"/>
          <p:cNvSpPr txBox="1"/>
          <p:nvPr>
            <p:ph idx="1" type="subTitle"/>
          </p:nvPr>
        </p:nvSpPr>
        <p:spPr>
          <a:xfrm>
            <a:off x="1524000" y="3124200"/>
            <a:ext cx="9448800" cy="76200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1824"/>
              <a:buNone/>
            </a:pPr>
            <a:r>
              <a:rPr b="1" lang="en-US" sz="2400"/>
              <a:t>ASU Computer Architecture</a:t>
            </a:r>
            <a:endParaRPr/>
          </a:p>
        </p:txBody>
      </p:sp>
      <p:sp>
        <p:nvSpPr>
          <p:cNvPr id="116" name="Google Shape;116;p1"/>
          <p:cNvSpPr txBox="1"/>
          <p:nvPr>
            <p:ph idx="10" type="dt"/>
          </p:nvPr>
        </p:nvSpPr>
        <p:spPr>
          <a:xfrm>
            <a:off x="4820051" y="6365810"/>
            <a:ext cx="2551899"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9/16/24</a:t>
            </a:r>
            <a:endParaRPr/>
          </a:p>
        </p:txBody>
      </p:sp>
      <p:sp>
        <p:nvSpPr>
          <p:cNvPr id="117" name="Google Shape;117;p1"/>
          <p:cNvSpPr txBox="1"/>
          <p:nvPr>
            <p:ph idx="4294967295" type="sldNum"/>
          </p:nvPr>
        </p:nvSpPr>
        <p:spPr>
          <a:xfrm>
            <a:off x="1524000" y="6248400"/>
            <a:ext cx="5334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0235e6b384_0_21"/>
          <p:cNvSpPr txBox="1"/>
          <p:nvPr>
            <p:ph type="title"/>
          </p:nvPr>
        </p:nvSpPr>
        <p:spPr>
          <a:xfrm>
            <a:off x="0" y="0"/>
            <a:ext cx="12192000" cy="8853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Can you make your own branch predictor?</a:t>
            </a:r>
            <a:endParaRPr/>
          </a:p>
        </p:txBody>
      </p:sp>
      <p:sp>
        <p:nvSpPr>
          <p:cNvPr id="124" name="Google Shape;124;g30235e6b384_0_21"/>
          <p:cNvSpPr txBox="1"/>
          <p:nvPr>
            <p:ph idx="12" type="sldNum"/>
          </p:nvPr>
        </p:nvSpPr>
        <p:spPr>
          <a:xfrm>
            <a:off x="816864" y="6356350"/>
            <a:ext cx="1723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
        <p:nvSpPr>
          <p:cNvPr id="125" name="Google Shape;125;g30235e6b384_0_21"/>
          <p:cNvSpPr txBox="1"/>
          <p:nvPr>
            <p:ph idx="4294967295" type="body"/>
          </p:nvPr>
        </p:nvSpPr>
        <p:spPr>
          <a:xfrm>
            <a:off x="157507" y="1236743"/>
            <a:ext cx="11508900" cy="5164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1200"/>
              </a:spcAft>
              <a:buNone/>
            </a:pPr>
            <a:r>
              <a:rPr lang="en-US" sz="3200"/>
              <a:t>But First….</a:t>
            </a:r>
            <a:endParaRPr b="1"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3"/>
          <p:cNvSpPr txBox="1"/>
          <p:nvPr>
            <p:ph type="title"/>
          </p:nvPr>
        </p:nvSpPr>
        <p:spPr>
          <a:xfrm>
            <a:off x="0" y="0"/>
            <a:ext cx="12192000" cy="81661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66"/>
              </a:buClr>
              <a:buSzPts val="3300"/>
              <a:buFont typeface="Candara"/>
              <a:buNone/>
            </a:pPr>
            <a:r>
              <a:rPr lang="en-US"/>
              <a:t>What is a b</a:t>
            </a:r>
            <a:r>
              <a:rPr lang="en-US"/>
              <a:t>ranch predictor?</a:t>
            </a:r>
            <a:endParaRPr/>
          </a:p>
        </p:txBody>
      </p:sp>
      <p:sp>
        <p:nvSpPr>
          <p:cNvPr id="132" name="Google Shape;132;p3"/>
          <p:cNvSpPr txBox="1"/>
          <p:nvPr>
            <p:ph idx="12" type="sldNum"/>
          </p:nvPr>
        </p:nvSpPr>
        <p:spPr>
          <a:xfrm>
            <a:off x="886951" y="6338389"/>
            <a:ext cx="1261164"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a:p>
        </p:txBody>
      </p:sp>
      <p:sp>
        <p:nvSpPr>
          <p:cNvPr id="133" name="Google Shape;133;p3"/>
          <p:cNvSpPr txBox="1"/>
          <p:nvPr>
            <p:ph idx="1" type="body"/>
          </p:nvPr>
        </p:nvSpPr>
        <p:spPr>
          <a:xfrm>
            <a:off x="157507" y="1236743"/>
            <a:ext cx="11508923" cy="5164057"/>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0"/>
              </a:spcBef>
              <a:spcAft>
                <a:spcPts val="0"/>
              </a:spcAft>
              <a:buNone/>
            </a:pPr>
            <a:r>
              <a:rPr lang="en-US" sz="3200">
                <a:solidFill>
                  <a:srgbClr val="002060"/>
                </a:solidFill>
              </a:rPr>
              <a:t>A branch predictor is a digital circuit in a microprocessor that predicts the outcome of conditional branches in a program's code. The goal of a branch predictor is to improve the flow of instructions in a pipeline and increase performance.</a:t>
            </a:r>
            <a:endParaRPr sz="3200">
              <a:solidFill>
                <a:srgbClr val="002060"/>
              </a:solidFill>
            </a:endParaRPr>
          </a:p>
          <a:p>
            <a:pPr indent="0" lvl="0" marL="0" rtl="0" algn="just">
              <a:lnSpc>
                <a:spcPct val="115000"/>
              </a:lnSpc>
              <a:spcBef>
                <a:spcPts val="1200"/>
              </a:spcBef>
              <a:spcAft>
                <a:spcPts val="0"/>
              </a:spcAft>
              <a:buNone/>
            </a:pPr>
            <a:r>
              <a:t/>
            </a:r>
            <a:endParaRPr sz="3200">
              <a:solidFill>
                <a:srgbClr val="002060"/>
              </a:solidFill>
            </a:endParaRPr>
          </a:p>
          <a:p>
            <a:pPr indent="0" lvl="0" marL="0" rtl="0" algn="just">
              <a:lnSpc>
                <a:spcPct val="115000"/>
              </a:lnSpc>
              <a:spcBef>
                <a:spcPts val="1200"/>
              </a:spcBef>
              <a:spcAft>
                <a:spcPts val="1200"/>
              </a:spcAft>
              <a:buClr>
                <a:schemeClr val="dk1"/>
              </a:buClr>
              <a:buSzPts val="1100"/>
              <a:buFont typeface="Arial"/>
              <a:buNone/>
            </a:pPr>
            <a:r>
              <a:rPr b="1" lang="en-US" sz="3200">
                <a:solidFill>
                  <a:srgbClr val="002060"/>
                </a:solidFill>
              </a:rPr>
              <a:t>Note: Branch predictors will be covered in deta</a:t>
            </a:r>
            <a:r>
              <a:rPr b="1" lang="en-US" sz="3200">
                <a:solidFill>
                  <a:srgbClr val="002060"/>
                </a:solidFill>
              </a:rPr>
              <a:t>il in the upcoming classes.</a:t>
            </a:r>
            <a:endParaRPr b="1" sz="3200">
              <a:solidFill>
                <a:srgbClr val="002060"/>
              </a:solidFill>
            </a:endParaRPr>
          </a:p>
        </p:txBody>
      </p:sp>
      <p:sp>
        <p:nvSpPr>
          <p:cNvPr id="134" name="Google Shape;134;p3"/>
          <p:cNvSpPr txBox="1"/>
          <p:nvPr>
            <p:ph idx="10" type="dt"/>
          </p:nvPr>
        </p:nvSpPr>
        <p:spPr>
          <a:xfrm>
            <a:off x="4820051" y="6365810"/>
            <a:ext cx="2551899"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9/16/24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02481d6316_1_12"/>
          <p:cNvSpPr txBox="1"/>
          <p:nvPr>
            <p:ph type="title"/>
          </p:nvPr>
        </p:nvSpPr>
        <p:spPr>
          <a:xfrm>
            <a:off x="0" y="0"/>
            <a:ext cx="12192000" cy="816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66"/>
              </a:buClr>
              <a:buSzPts val="3300"/>
              <a:buFont typeface="Candara"/>
              <a:buNone/>
            </a:pPr>
            <a:r>
              <a:rPr lang="en-US"/>
              <a:t>Before starting this project</a:t>
            </a:r>
            <a:endParaRPr/>
          </a:p>
        </p:txBody>
      </p:sp>
      <p:sp>
        <p:nvSpPr>
          <p:cNvPr id="141" name="Google Shape;141;g302481d6316_1_12"/>
          <p:cNvSpPr txBox="1"/>
          <p:nvPr>
            <p:ph idx="12" type="sldNum"/>
          </p:nvPr>
        </p:nvSpPr>
        <p:spPr>
          <a:xfrm>
            <a:off x="886951" y="6338389"/>
            <a:ext cx="12612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a:p>
        </p:txBody>
      </p:sp>
      <p:sp>
        <p:nvSpPr>
          <p:cNvPr id="142" name="Google Shape;142;g302481d6316_1_12"/>
          <p:cNvSpPr txBox="1"/>
          <p:nvPr>
            <p:ph idx="1" type="body"/>
          </p:nvPr>
        </p:nvSpPr>
        <p:spPr>
          <a:xfrm>
            <a:off x="157507" y="1236743"/>
            <a:ext cx="11508900" cy="5164200"/>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0"/>
              </a:spcBef>
              <a:spcAft>
                <a:spcPts val="1200"/>
              </a:spcAft>
              <a:buClr>
                <a:schemeClr val="dk1"/>
              </a:buClr>
              <a:buSzPts val="1100"/>
              <a:buFont typeface="Arial"/>
              <a:buNone/>
            </a:pPr>
            <a:r>
              <a:rPr lang="en-US" sz="3200">
                <a:solidFill>
                  <a:srgbClr val="002060"/>
                </a:solidFill>
              </a:rPr>
              <a:t>Please make sure your modifications in source code or configuration of parameters made during previous projects are reverted back. If not, please correct them or obtain a new copy of gem5 from Canvas and then rebuild gem5.  </a:t>
            </a:r>
            <a:endParaRPr sz="3200">
              <a:solidFill>
                <a:srgbClr val="002060"/>
              </a:solidFill>
            </a:endParaRPr>
          </a:p>
        </p:txBody>
      </p:sp>
      <p:sp>
        <p:nvSpPr>
          <p:cNvPr id="143" name="Google Shape;143;g302481d6316_1_12"/>
          <p:cNvSpPr txBox="1"/>
          <p:nvPr>
            <p:ph idx="10" type="dt"/>
          </p:nvPr>
        </p:nvSpPr>
        <p:spPr>
          <a:xfrm>
            <a:off x="4820051" y="6365810"/>
            <a:ext cx="2551800" cy="365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9/16/24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02481d6316_1_3"/>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Tasks in project 2</a:t>
            </a:r>
            <a:endParaRPr/>
          </a:p>
        </p:txBody>
      </p:sp>
      <p:sp>
        <p:nvSpPr>
          <p:cNvPr id="150" name="Google Shape;150;g302481d6316_1_3"/>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
        <p:nvSpPr>
          <p:cNvPr id="151" name="Google Shape;151;g302481d6316_1_3"/>
          <p:cNvSpPr txBox="1"/>
          <p:nvPr>
            <p:ph idx="1" type="body"/>
          </p:nvPr>
        </p:nvSpPr>
        <p:spPr>
          <a:xfrm>
            <a:off x="157507" y="1032693"/>
            <a:ext cx="11508900" cy="4792500"/>
          </a:xfrm>
          <a:prstGeom prst="rect">
            <a:avLst/>
          </a:prstGeom>
        </p:spPr>
        <p:txBody>
          <a:bodyPr anchorCtr="0" anchor="t" bIns="45700" lIns="91425" spcFirstLastPara="1" rIns="91425" wrap="square" tIns="45700">
            <a:normAutofit fontScale="77500" lnSpcReduction="10000"/>
          </a:bodyPr>
          <a:lstStyle/>
          <a:p>
            <a:pPr indent="0" lvl="0" marL="0" rtl="0" algn="l">
              <a:spcBef>
                <a:spcPts val="450"/>
              </a:spcBef>
              <a:spcAft>
                <a:spcPts val="0"/>
              </a:spcAft>
              <a:buNone/>
            </a:pPr>
            <a:r>
              <a:rPr lang="en-US" sz="3200">
                <a:solidFill>
                  <a:srgbClr val="002060"/>
                </a:solidFill>
              </a:rPr>
              <a:t>The branch predictor that you will implement is 2-bit bi-mode branch predictor. </a:t>
            </a:r>
            <a:endParaRPr sz="3200">
              <a:solidFill>
                <a:srgbClr val="002060"/>
              </a:solidFill>
            </a:endParaRPr>
          </a:p>
          <a:p>
            <a:pPr indent="0" lvl="0" marL="0" rtl="0" algn="l">
              <a:spcBef>
                <a:spcPts val="450"/>
              </a:spcBef>
              <a:spcAft>
                <a:spcPts val="0"/>
              </a:spcAft>
              <a:buNone/>
            </a:pPr>
            <a:r>
              <a:rPr lang="en-US" sz="3200">
                <a:solidFill>
                  <a:srgbClr val="002060"/>
                </a:solidFill>
              </a:rPr>
              <a:t>You can find the implementation in the directory at gem5/src/cpu/pred/ in the files 2bit_local.cc, 2bit_local.hh, tournament.cc and tournament.hh.   </a:t>
            </a:r>
            <a:endParaRPr sz="3200">
              <a:solidFill>
                <a:srgbClr val="002060"/>
              </a:solidFill>
            </a:endParaRPr>
          </a:p>
          <a:p>
            <a:pPr indent="0" lvl="0" marL="0" rtl="0" algn="l">
              <a:spcBef>
                <a:spcPts val="450"/>
              </a:spcBef>
              <a:spcAft>
                <a:spcPts val="0"/>
              </a:spcAft>
              <a:buNone/>
            </a:pPr>
            <a:r>
              <a:t/>
            </a:r>
            <a:endParaRPr sz="3200">
              <a:solidFill>
                <a:srgbClr val="002060"/>
              </a:solidFill>
            </a:endParaRPr>
          </a:p>
          <a:p>
            <a:pPr indent="0" lvl="0" marL="12700" rtl="0" algn="l">
              <a:lnSpc>
                <a:spcPct val="115000"/>
              </a:lnSpc>
              <a:spcBef>
                <a:spcPts val="0"/>
              </a:spcBef>
              <a:spcAft>
                <a:spcPts val="0"/>
              </a:spcAft>
              <a:buClr>
                <a:schemeClr val="dk1"/>
              </a:buClr>
              <a:buSzPct val="34375"/>
              <a:buFont typeface="Arial"/>
              <a:buNone/>
            </a:pPr>
            <a:r>
              <a:rPr lang="en-US" sz="3200">
                <a:solidFill>
                  <a:srgbClr val="002060"/>
                </a:solidFill>
              </a:rPr>
              <a:t>Explanation about branch predictors: </a:t>
            </a:r>
            <a:endParaRPr sz="3200">
              <a:solidFill>
                <a:srgbClr val="002060"/>
              </a:solidFill>
            </a:endParaRPr>
          </a:p>
          <a:p>
            <a:pPr indent="-76200" lvl="0" marL="88900" rtl="0" algn="l">
              <a:lnSpc>
                <a:spcPct val="110000"/>
              </a:lnSpc>
              <a:spcBef>
                <a:spcPts val="300"/>
              </a:spcBef>
              <a:spcAft>
                <a:spcPts val="0"/>
              </a:spcAft>
              <a:buNone/>
            </a:pPr>
            <a:r>
              <a:rPr lang="en-US" sz="3200">
                <a:solidFill>
                  <a:srgbClr val="002060"/>
                </a:solidFill>
              </a:rPr>
              <a:t>-  2b local BP:</a:t>
            </a:r>
            <a:endParaRPr sz="3200">
              <a:solidFill>
                <a:srgbClr val="002060"/>
              </a:solidFill>
            </a:endParaRPr>
          </a:p>
          <a:p>
            <a:pPr indent="-76200" lvl="0" marL="88900" rtl="0" algn="l">
              <a:lnSpc>
                <a:spcPct val="110000"/>
              </a:lnSpc>
              <a:spcBef>
                <a:spcPts val="200"/>
              </a:spcBef>
              <a:spcAft>
                <a:spcPts val="0"/>
              </a:spcAft>
              <a:buClr>
                <a:schemeClr val="dk1"/>
              </a:buClr>
              <a:buSzPct val="43137"/>
              <a:buFont typeface="Arial"/>
              <a:buNone/>
            </a:pPr>
            <a:r>
              <a:rPr lang="en-US" sz="2550">
                <a:solidFill>
                  <a:srgbClr val="002060"/>
                </a:solidFill>
                <a:uFill>
                  <a:noFill/>
                </a:uFill>
                <a:hlinkClick r:id="rId3">
                  <a:extLst>
                    <a:ext uri="{A12FA001-AC4F-418D-AE19-62706E023703}">
                      <ahyp:hlinkClr val="tx"/>
                    </a:ext>
                  </a:extLst>
                </a:hlinkClick>
              </a:rPr>
              <a:t> https://courses.cs.washington.edu/courses/csep548/06au/lectures/branchPred.pdf</a:t>
            </a:r>
            <a:endParaRPr sz="2550">
              <a:solidFill>
                <a:srgbClr val="002060"/>
              </a:solidFill>
            </a:endParaRPr>
          </a:p>
          <a:p>
            <a:pPr indent="-76200" lvl="0" marL="88900" rtl="0" algn="l">
              <a:lnSpc>
                <a:spcPct val="110000"/>
              </a:lnSpc>
              <a:spcBef>
                <a:spcPts val="200"/>
              </a:spcBef>
              <a:spcAft>
                <a:spcPts val="0"/>
              </a:spcAft>
              <a:buClr>
                <a:schemeClr val="dk1"/>
              </a:buClr>
              <a:buSzPct val="34375"/>
              <a:buFont typeface="Arial"/>
              <a:buNone/>
            </a:pPr>
            <a:r>
              <a:rPr lang="en-US" sz="3200">
                <a:solidFill>
                  <a:srgbClr val="002060"/>
                </a:solidFill>
              </a:rPr>
              <a:t>-  bi-mode BP:</a:t>
            </a:r>
            <a:r>
              <a:rPr lang="en-US" sz="3200">
                <a:solidFill>
                  <a:srgbClr val="002060"/>
                </a:solidFill>
                <a:uFill>
                  <a:noFill/>
                </a:uFill>
                <a:hlinkClick r:id="rId4">
                  <a:extLst>
                    <a:ext uri="{A12FA001-AC4F-418D-AE19-62706E023703}">
                      <ahyp:hlinkClr val="tx"/>
                    </a:ext>
                  </a:extLst>
                </a:hlinkClick>
              </a:rPr>
              <a:t> </a:t>
            </a:r>
            <a:r>
              <a:rPr lang="en-US" sz="2300">
                <a:solidFill>
                  <a:srgbClr val="002060"/>
                </a:solidFill>
                <a:uFill>
                  <a:noFill/>
                </a:uFill>
                <a:hlinkClick r:id="rId5">
                  <a:extLst>
                    <a:ext uri="{A12FA001-AC4F-418D-AE19-62706E023703}">
                      <ahyp:hlinkClr val="tx"/>
                    </a:ext>
                  </a:extLst>
                </a:hlinkClick>
              </a:rPr>
              <a:t>https://tnm.engin.umich.edu/wp-content/uploads/sites/353/2017/12/1997.12.Thebimode-branch-predictor.pdf</a:t>
            </a:r>
            <a:endParaRPr sz="2300">
              <a:solidFill>
                <a:srgbClr val="002060"/>
              </a:solidFill>
            </a:endParaRPr>
          </a:p>
          <a:p>
            <a:pPr indent="-76200" lvl="0" marL="88900" rtl="0" algn="l">
              <a:lnSpc>
                <a:spcPct val="111000"/>
              </a:lnSpc>
              <a:spcBef>
                <a:spcPts val="200"/>
              </a:spcBef>
              <a:spcAft>
                <a:spcPts val="0"/>
              </a:spcAft>
              <a:buNone/>
            </a:pPr>
            <a:r>
              <a:rPr lang="en-US" sz="3200">
                <a:solidFill>
                  <a:srgbClr val="002060"/>
                </a:solidFill>
              </a:rPr>
              <a:t>-  tournament BP:</a:t>
            </a:r>
            <a:endParaRPr sz="3200">
              <a:solidFill>
                <a:srgbClr val="002060"/>
              </a:solidFill>
            </a:endParaRPr>
          </a:p>
          <a:p>
            <a:pPr indent="-76200" lvl="0" marL="88900" rtl="0" algn="l">
              <a:lnSpc>
                <a:spcPct val="111000"/>
              </a:lnSpc>
              <a:spcBef>
                <a:spcPts val="0"/>
              </a:spcBef>
              <a:spcAft>
                <a:spcPts val="0"/>
              </a:spcAft>
              <a:buClr>
                <a:schemeClr val="dk1"/>
              </a:buClr>
              <a:buSzPct val="47826"/>
              <a:buFont typeface="Arial"/>
              <a:buNone/>
            </a:pPr>
            <a:r>
              <a:rPr lang="en-US" sz="2300">
                <a:solidFill>
                  <a:srgbClr val="002060"/>
                </a:solidFill>
                <a:uFill>
                  <a:noFill/>
                </a:uFill>
                <a:hlinkClick r:id="rId6">
                  <a:extLst>
                    <a:ext uri="{A12FA001-AC4F-418D-AE19-62706E023703}">
                      <ahyp:hlinkClr val="tx"/>
                    </a:ext>
                  </a:extLst>
                </a:hlinkClick>
              </a:rPr>
              <a:t> https://www.inf.ed.ac.uk/teaching/courses/car/Notes/2017-18/lecture05handling_hazards.pdf</a:t>
            </a:r>
            <a:endParaRPr sz="2300">
              <a:solidFill>
                <a:srgbClr val="002060"/>
              </a:solidFill>
            </a:endParaRPr>
          </a:p>
          <a:p>
            <a:pPr indent="0" lvl="0" marL="0" rtl="0" algn="l">
              <a:spcBef>
                <a:spcPts val="1300"/>
              </a:spcBef>
              <a:spcAft>
                <a:spcPts val="0"/>
              </a:spcAft>
              <a:buNone/>
            </a:pPr>
            <a:r>
              <a:t/>
            </a:r>
            <a:endParaRPr sz="1100">
              <a:solidFill>
                <a:srgbClr val="00000A"/>
              </a:solidFill>
              <a:latin typeface="Times New Roman"/>
              <a:ea typeface="Times New Roman"/>
              <a:cs typeface="Times New Roman"/>
              <a:sym typeface="Times New Roman"/>
            </a:endParaRPr>
          </a:p>
          <a:p>
            <a:pPr indent="0" lvl="0" marL="0" rtl="0" algn="l">
              <a:spcBef>
                <a:spcPts val="450"/>
              </a:spcBef>
              <a:spcAft>
                <a:spcPts val="0"/>
              </a:spcAft>
              <a:buNone/>
            </a:pPr>
            <a:r>
              <a:t/>
            </a:r>
            <a:endParaRPr sz="1800">
              <a:solidFill>
                <a:srgbClr val="00206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02b33d06d2_0_0"/>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1-Bit Branch Predictor</a:t>
            </a:r>
            <a:endParaRPr/>
          </a:p>
        </p:txBody>
      </p:sp>
      <p:sp>
        <p:nvSpPr>
          <p:cNvPr id="158" name="Google Shape;158;g302b33d06d2_0_0"/>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pic>
        <p:nvPicPr>
          <p:cNvPr id="159" name="Google Shape;159;g302b33d06d2_0_0"/>
          <p:cNvPicPr preferRelativeResize="0"/>
          <p:nvPr/>
        </p:nvPicPr>
        <p:blipFill rotWithShape="1">
          <a:blip r:embed="rId3">
            <a:alphaModFix/>
          </a:blip>
          <a:srcRect b="0" l="6933" r="0" t="5704"/>
          <a:stretch/>
        </p:blipFill>
        <p:spPr>
          <a:xfrm>
            <a:off x="1165063" y="1192400"/>
            <a:ext cx="9861875" cy="49195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02b33d06d2_0_90"/>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2-bit Branch Predictor</a:t>
            </a:r>
            <a:endParaRPr/>
          </a:p>
        </p:txBody>
      </p:sp>
      <p:sp>
        <p:nvSpPr>
          <p:cNvPr id="166" name="Google Shape;166;g302b33d06d2_0_90"/>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167" name="Google Shape;167;g302b33d06d2_0_90"/>
          <p:cNvPicPr preferRelativeResize="0"/>
          <p:nvPr/>
        </p:nvPicPr>
        <p:blipFill>
          <a:blip r:embed="rId3">
            <a:alphaModFix/>
          </a:blip>
          <a:stretch>
            <a:fillRect/>
          </a:stretch>
        </p:blipFill>
        <p:spPr>
          <a:xfrm>
            <a:off x="214700" y="2465302"/>
            <a:ext cx="11762576" cy="1927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048c324121_0_11"/>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GShare Predictor Calculation</a:t>
            </a:r>
            <a:endParaRPr/>
          </a:p>
        </p:txBody>
      </p:sp>
      <p:sp>
        <p:nvSpPr>
          <p:cNvPr id="174" name="Google Shape;174;g3048c324121_0_11"/>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
        <p:nvSpPr>
          <p:cNvPr id="175" name="Google Shape;175;g3048c324121_0_11"/>
          <p:cNvSpPr txBox="1"/>
          <p:nvPr>
            <p:ph idx="1" type="body"/>
          </p:nvPr>
        </p:nvSpPr>
        <p:spPr>
          <a:xfrm>
            <a:off x="157507" y="1032693"/>
            <a:ext cx="11508900" cy="4792500"/>
          </a:xfrm>
          <a:prstGeom prst="rect">
            <a:avLst/>
          </a:prstGeom>
        </p:spPr>
        <p:txBody>
          <a:bodyPr anchorCtr="0" anchor="t" bIns="45700" lIns="91425" spcFirstLastPara="1" rIns="91425" wrap="square" tIns="45700">
            <a:normAutofit/>
          </a:bodyPr>
          <a:lstStyle/>
          <a:p>
            <a:pPr indent="0" lvl="0" marL="0" marR="0" rtl="0" algn="just">
              <a:lnSpc>
                <a:spcPct val="100000"/>
              </a:lnSpc>
              <a:spcBef>
                <a:spcPts val="450"/>
              </a:spcBef>
              <a:spcAft>
                <a:spcPts val="0"/>
              </a:spcAft>
              <a:buNone/>
            </a:pPr>
            <a:r>
              <a:rPr lang="en-US" sz="2400">
                <a:solidFill>
                  <a:srgbClr val="002060"/>
                </a:solidFill>
              </a:rPr>
              <a:t>What is the prediction at branch</a:t>
            </a:r>
            <a:endParaRPr sz="2400">
              <a:solidFill>
                <a:srgbClr val="002060"/>
              </a:solidFill>
            </a:endParaRPr>
          </a:p>
          <a:p>
            <a:pPr indent="0" lvl="0" marL="0" marR="0" rtl="0" algn="just">
              <a:lnSpc>
                <a:spcPct val="100000"/>
              </a:lnSpc>
              <a:spcBef>
                <a:spcPts val="450"/>
              </a:spcBef>
              <a:spcAft>
                <a:spcPts val="0"/>
              </a:spcAft>
              <a:buNone/>
            </a:pPr>
            <a:r>
              <a:rPr lang="en-US" sz="2400">
                <a:solidFill>
                  <a:srgbClr val="002060"/>
                </a:solidFill>
              </a:rPr>
              <a:t>address 0x0011 1101, where the</a:t>
            </a:r>
            <a:endParaRPr sz="2400">
              <a:solidFill>
                <a:srgbClr val="002060"/>
              </a:solidFill>
            </a:endParaRPr>
          </a:p>
          <a:p>
            <a:pPr indent="0" lvl="0" marL="0" marR="0" rtl="0" algn="just">
              <a:lnSpc>
                <a:spcPct val="100000"/>
              </a:lnSpc>
              <a:spcBef>
                <a:spcPts val="450"/>
              </a:spcBef>
              <a:spcAft>
                <a:spcPts val="0"/>
              </a:spcAft>
              <a:buNone/>
            </a:pPr>
            <a:r>
              <a:rPr lang="en-US" sz="2400">
                <a:solidFill>
                  <a:srgbClr val="002060"/>
                </a:solidFill>
              </a:rPr>
              <a:t>global history is 0x1011 1000?</a:t>
            </a:r>
            <a:endParaRPr sz="2400">
              <a:solidFill>
                <a:srgbClr val="002060"/>
              </a:solidFill>
            </a:endParaRPr>
          </a:p>
          <a:p>
            <a:pPr indent="0" lvl="0" marL="0" marR="0" rtl="0" algn="just">
              <a:lnSpc>
                <a:spcPct val="100000"/>
              </a:lnSpc>
              <a:spcBef>
                <a:spcPts val="450"/>
              </a:spcBef>
              <a:spcAft>
                <a:spcPts val="0"/>
              </a:spcAft>
              <a:buNone/>
            </a:pPr>
            <a:r>
              <a:rPr lang="en-US" sz="2400">
                <a:solidFill>
                  <a:srgbClr val="002060"/>
                </a:solidFill>
              </a:rPr>
              <a:t>Assume we are using an 8/8</a:t>
            </a:r>
            <a:endParaRPr sz="2400">
              <a:solidFill>
                <a:srgbClr val="002060"/>
              </a:solidFill>
            </a:endParaRPr>
          </a:p>
          <a:p>
            <a:pPr indent="0" lvl="0" marL="0" marR="0" rtl="0" algn="just">
              <a:lnSpc>
                <a:spcPct val="100000"/>
              </a:lnSpc>
              <a:spcBef>
                <a:spcPts val="450"/>
              </a:spcBef>
              <a:spcAft>
                <a:spcPts val="0"/>
              </a:spcAft>
              <a:buNone/>
            </a:pPr>
            <a:r>
              <a:rPr lang="en-US" sz="2400">
                <a:solidFill>
                  <a:srgbClr val="002060"/>
                </a:solidFill>
              </a:rPr>
              <a:t>scheme.</a:t>
            </a:r>
            <a:endParaRPr sz="2400">
              <a:solidFill>
                <a:srgbClr val="002060"/>
              </a:solidFill>
            </a:endParaRPr>
          </a:p>
          <a:p>
            <a:pPr indent="0" lvl="0" marL="0" marR="0" rtl="0" algn="just">
              <a:lnSpc>
                <a:spcPct val="100000"/>
              </a:lnSpc>
              <a:spcBef>
                <a:spcPts val="450"/>
              </a:spcBef>
              <a:spcAft>
                <a:spcPts val="0"/>
              </a:spcAft>
              <a:buNone/>
            </a:pPr>
            <a:r>
              <a:t/>
            </a:r>
            <a:endParaRPr sz="2400">
              <a:solidFill>
                <a:srgbClr val="002060"/>
              </a:solidFill>
            </a:endParaRPr>
          </a:p>
          <a:p>
            <a:pPr indent="0" lvl="0" marL="0" marR="0" rtl="0" algn="just">
              <a:lnSpc>
                <a:spcPct val="100000"/>
              </a:lnSpc>
              <a:spcBef>
                <a:spcPts val="450"/>
              </a:spcBef>
              <a:spcAft>
                <a:spcPts val="0"/>
              </a:spcAft>
              <a:buNone/>
            </a:pPr>
            <a:r>
              <a:rPr lang="en-US" sz="2400">
                <a:solidFill>
                  <a:srgbClr val="002060"/>
                </a:solidFill>
              </a:rPr>
              <a:t>The XOR of both values is:</a:t>
            </a:r>
            <a:endParaRPr sz="2400">
              <a:solidFill>
                <a:srgbClr val="002060"/>
              </a:solidFill>
            </a:endParaRPr>
          </a:p>
          <a:p>
            <a:pPr indent="0" lvl="0" marL="0" marR="0" rtl="0" algn="just">
              <a:lnSpc>
                <a:spcPct val="100000"/>
              </a:lnSpc>
              <a:spcBef>
                <a:spcPts val="450"/>
              </a:spcBef>
              <a:spcAft>
                <a:spcPts val="0"/>
              </a:spcAft>
              <a:buNone/>
            </a:pPr>
            <a:r>
              <a:rPr lang="en-US" sz="2400">
                <a:solidFill>
                  <a:srgbClr val="002060"/>
                </a:solidFill>
              </a:rPr>
              <a:t>0x1000 0101. We will then use this</a:t>
            </a:r>
            <a:endParaRPr sz="2400">
              <a:solidFill>
                <a:srgbClr val="002060"/>
              </a:solidFill>
            </a:endParaRPr>
          </a:p>
          <a:p>
            <a:pPr indent="0" lvl="0" marL="0" marR="0" rtl="0" algn="just">
              <a:lnSpc>
                <a:spcPct val="100000"/>
              </a:lnSpc>
              <a:spcBef>
                <a:spcPts val="450"/>
              </a:spcBef>
              <a:spcAft>
                <a:spcPts val="0"/>
              </a:spcAft>
              <a:buNone/>
            </a:pPr>
            <a:r>
              <a:rPr lang="en-US" sz="2400">
                <a:solidFill>
                  <a:srgbClr val="002060"/>
                </a:solidFill>
              </a:rPr>
              <a:t>to index into the table of counts.</a:t>
            </a:r>
            <a:endParaRPr sz="1300"/>
          </a:p>
          <a:p>
            <a:pPr indent="0" lvl="0" marL="0" rtl="0" algn="l">
              <a:spcBef>
                <a:spcPts val="450"/>
              </a:spcBef>
              <a:spcAft>
                <a:spcPts val="0"/>
              </a:spcAft>
              <a:buNone/>
            </a:pPr>
            <a:r>
              <a:t/>
            </a:r>
            <a:endParaRPr/>
          </a:p>
        </p:txBody>
      </p:sp>
      <p:pic>
        <p:nvPicPr>
          <p:cNvPr id="176" name="Google Shape;176;g3048c324121_0_11"/>
          <p:cNvPicPr preferRelativeResize="0"/>
          <p:nvPr/>
        </p:nvPicPr>
        <p:blipFill>
          <a:blip r:embed="rId3">
            <a:alphaModFix/>
          </a:blip>
          <a:stretch>
            <a:fillRect/>
          </a:stretch>
        </p:blipFill>
        <p:spPr>
          <a:xfrm>
            <a:off x="5345602" y="948025"/>
            <a:ext cx="6320799" cy="4792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04953f0a42_0_17"/>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GSelect Predictor Calculation</a:t>
            </a:r>
            <a:endParaRPr/>
          </a:p>
        </p:txBody>
      </p:sp>
      <p:sp>
        <p:nvSpPr>
          <p:cNvPr id="183" name="Google Shape;183;g304953f0a42_0_17"/>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
        <p:nvSpPr>
          <p:cNvPr id="184" name="Google Shape;184;g304953f0a42_0_17"/>
          <p:cNvSpPr txBox="1"/>
          <p:nvPr>
            <p:ph idx="1" type="body"/>
          </p:nvPr>
        </p:nvSpPr>
        <p:spPr>
          <a:xfrm>
            <a:off x="157501" y="1032700"/>
            <a:ext cx="4661400" cy="4792500"/>
          </a:xfrm>
          <a:prstGeom prst="rect">
            <a:avLst/>
          </a:prstGeom>
        </p:spPr>
        <p:txBody>
          <a:bodyPr anchorCtr="0" anchor="t" bIns="45700" lIns="91425" spcFirstLastPara="1" rIns="91425" wrap="square" tIns="45700">
            <a:normAutofit fontScale="92500" lnSpcReduction="20000"/>
          </a:bodyPr>
          <a:lstStyle/>
          <a:p>
            <a:pPr indent="0" lvl="0" marL="0" rtl="0" algn="l">
              <a:lnSpc>
                <a:spcPct val="115000"/>
              </a:lnSpc>
              <a:spcBef>
                <a:spcPts val="500"/>
              </a:spcBef>
              <a:spcAft>
                <a:spcPts val="0"/>
              </a:spcAft>
              <a:buNone/>
            </a:pPr>
            <a:r>
              <a:rPr lang="en-US"/>
              <a:t>What is the prediction at branch address 0x1010 1111, </a:t>
            </a:r>
            <a:endParaRPr/>
          </a:p>
          <a:p>
            <a:pPr indent="0" lvl="0" marL="0" rtl="0" algn="l">
              <a:lnSpc>
                <a:spcPct val="115000"/>
              </a:lnSpc>
              <a:spcBef>
                <a:spcPts val="500"/>
              </a:spcBef>
              <a:spcAft>
                <a:spcPts val="0"/>
              </a:spcAft>
              <a:buNone/>
            </a:pPr>
            <a:r>
              <a:rPr lang="en-US"/>
              <a:t>where the global history is 0x0000 0001? </a:t>
            </a:r>
            <a:endParaRPr/>
          </a:p>
          <a:p>
            <a:pPr indent="0" lvl="0" marL="0" rtl="0" algn="l">
              <a:lnSpc>
                <a:spcPct val="115000"/>
              </a:lnSpc>
              <a:spcBef>
                <a:spcPts val="500"/>
              </a:spcBef>
              <a:spcAft>
                <a:spcPts val="0"/>
              </a:spcAft>
              <a:buNone/>
            </a:pPr>
            <a:r>
              <a:rPr lang="en-US"/>
              <a:t>Assume we are using a 4/4 scheme.</a:t>
            </a:r>
            <a:endParaRPr/>
          </a:p>
          <a:p>
            <a:pPr indent="0" lvl="0" marL="0" rtl="0" algn="l">
              <a:lnSpc>
                <a:spcPct val="115000"/>
              </a:lnSpc>
              <a:spcBef>
                <a:spcPts val="500"/>
              </a:spcBef>
              <a:spcAft>
                <a:spcPts val="0"/>
              </a:spcAft>
              <a:buClr>
                <a:schemeClr val="dk1"/>
              </a:buClr>
              <a:buSzPct val="52380"/>
              <a:buFont typeface="Arial"/>
              <a:buNone/>
            </a:pPr>
            <a:r>
              <a:t/>
            </a:r>
            <a:endParaRPr/>
          </a:p>
          <a:p>
            <a:pPr indent="0" lvl="0" marL="0" rtl="0" algn="l">
              <a:lnSpc>
                <a:spcPct val="115000"/>
              </a:lnSpc>
              <a:spcBef>
                <a:spcPts val="500"/>
              </a:spcBef>
              <a:spcAft>
                <a:spcPts val="0"/>
              </a:spcAft>
              <a:buNone/>
            </a:pPr>
            <a:r>
              <a:rPr lang="en-US"/>
              <a:t>The final 4 bits of the branch address are “1111” and the </a:t>
            </a:r>
            <a:endParaRPr/>
          </a:p>
          <a:p>
            <a:pPr indent="0" lvl="0" marL="0" rtl="0" algn="l">
              <a:lnSpc>
                <a:spcPct val="115000"/>
              </a:lnSpc>
              <a:spcBef>
                <a:spcPts val="500"/>
              </a:spcBef>
              <a:spcAft>
                <a:spcPts val="0"/>
              </a:spcAft>
              <a:buNone/>
            </a:pPr>
            <a:r>
              <a:rPr lang="en-US"/>
              <a:t>final 4 bits of the global history are “0001”. </a:t>
            </a:r>
            <a:endParaRPr/>
          </a:p>
          <a:p>
            <a:pPr indent="0" lvl="0" marL="0" rtl="0" algn="l">
              <a:lnSpc>
                <a:spcPct val="115000"/>
              </a:lnSpc>
              <a:spcBef>
                <a:spcPts val="500"/>
              </a:spcBef>
              <a:spcAft>
                <a:spcPts val="0"/>
              </a:spcAft>
              <a:buNone/>
            </a:pPr>
            <a:r>
              <a:rPr lang="en-US"/>
              <a:t>The concatenation is therefore: 0x0001 1111. </a:t>
            </a:r>
            <a:endParaRPr/>
          </a:p>
          <a:p>
            <a:pPr indent="0" lvl="0" marL="0" rtl="0" algn="l">
              <a:lnSpc>
                <a:spcPct val="115000"/>
              </a:lnSpc>
              <a:spcBef>
                <a:spcPts val="500"/>
              </a:spcBef>
              <a:spcAft>
                <a:spcPts val="0"/>
              </a:spcAft>
              <a:buClr>
                <a:schemeClr val="dk1"/>
              </a:buClr>
              <a:buSzPct val="52380"/>
              <a:buFont typeface="Arial"/>
              <a:buNone/>
            </a:pPr>
            <a:r>
              <a:rPr lang="en-US"/>
              <a:t>We will then use this to index into the table of counts.</a:t>
            </a:r>
            <a:endParaRPr/>
          </a:p>
          <a:p>
            <a:pPr indent="0" lvl="0" marL="0" marR="0" rtl="0" algn="just">
              <a:lnSpc>
                <a:spcPct val="100000"/>
              </a:lnSpc>
              <a:spcBef>
                <a:spcPts val="450"/>
              </a:spcBef>
              <a:spcAft>
                <a:spcPts val="0"/>
              </a:spcAft>
              <a:buNone/>
            </a:pPr>
            <a:r>
              <a:t/>
            </a:r>
            <a:endParaRPr sz="2400">
              <a:solidFill>
                <a:srgbClr val="002060"/>
              </a:solidFill>
            </a:endParaRPr>
          </a:p>
          <a:p>
            <a:pPr indent="0" lvl="0" marL="0" rtl="0" algn="l">
              <a:spcBef>
                <a:spcPts val="450"/>
              </a:spcBef>
              <a:spcAft>
                <a:spcPts val="0"/>
              </a:spcAft>
              <a:buNone/>
            </a:pPr>
            <a:r>
              <a:t/>
            </a:r>
            <a:endParaRPr/>
          </a:p>
        </p:txBody>
      </p:sp>
      <p:pic>
        <p:nvPicPr>
          <p:cNvPr id="185" name="Google Shape;185;g304953f0a42_0_17"/>
          <p:cNvPicPr preferRelativeResize="0"/>
          <p:nvPr/>
        </p:nvPicPr>
        <p:blipFill>
          <a:blip r:embed="rId3">
            <a:alphaModFix/>
          </a:blip>
          <a:stretch>
            <a:fillRect/>
          </a:stretch>
        </p:blipFill>
        <p:spPr>
          <a:xfrm>
            <a:off x="5887850" y="1032700"/>
            <a:ext cx="5855349" cy="4608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04953f0a42_0_0"/>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Bi-Mode Branch Predictor</a:t>
            </a:r>
            <a:endParaRPr/>
          </a:p>
        </p:txBody>
      </p:sp>
      <p:sp>
        <p:nvSpPr>
          <p:cNvPr id="192" name="Google Shape;192;g304953f0a42_0_0"/>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
        <p:nvSpPr>
          <p:cNvPr id="193" name="Google Shape;193;g304953f0a42_0_0"/>
          <p:cNvSpPr txBox="1"/>
          <p:nvPr>
            <p:ph idx="1" type="body"/>
          </p:nvPr>
        </p:nvSpPr>
        <p:spPr>
          <a:xfrm>
            <a:off x="157507" y="1032693"/>
            <a:ext cx="11508900" cy="4792500"/>
          </a:xfrm>
          <a:prstGeom prst="rect">
            <a:avLst/>
          </a:prstGeom>
        </p:spPr>
        <p:txBody>
          <a:bodyPr anchorCtr="0" anchor="t" bIns="45700" lIns="91425" spcFirstLastPara="1" rIns="91425" wrap="square" tIns="45700">
            <a:normAutofit/>
          </a:bodyPr>
          <a:lstStyle/>
          <a:p>
            <a:pPr indent="0" lvl="0" marL="0" marR="0" rtl="0" algn="just">
              <a:lnSpc>
                <a:spcPct val="100000"/>
              </a:lnSpc>
              <a:spcBef>
                <a:spcPts val="450"/>
              </a:spcBef>
              <a:spcAft>
                <a:spcPts val="0"/>
              </a:spcAft>
              <a:buNone/>
            </a:pPr>
            <a:r>
              <a:rPr lang="en-US" sz="3000">
                <a:solidFill>
                  <a:srgbClr val="002060"/>
                </a:solidFill>
              </a:rPr>
              <a:t>The bi-mode predictor is a two-level branch predictor that has three </a:t>
            </a:r>
            <a:r>
              <a:rPr lang="en-US" sz="3000">
                <a:solidFill>
                  <a:srgbClr val="002060"/>
                </a:solidFill>
              </a:rPr>
              <a:t>separate</a:t>
            </a:r>
            <a:r>
              <a:rPr lang="en-US" sz="3000">
                <a:solidFill>
                  <a:srgbClr val="002060"/>
                </a:solidFill>
              </a:rPr>
              <a:t> history arrays: a taken array, a not-taken array, and a choice array. The taken/not-taken arrays are indexed by a hash of the PC and the global history. The choice array is indexed by the PC only.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02b33d06d2_0_80"/>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Bi-Mode Branch Predictor</a:t>
            </a:r>
            <a:endParaRPr/>
          </a:p>
        </p:txBody>
      </p:sp>
      <p:sp>
        <p:nvSpPr>
          <p:cNvPr id="200" name="Google Shape;200;g302b33d06d2_0_80"/>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201" name="Google Shape;201;g302b33d06d2_0_80"/>
          <p:cNvPicPr preferRelativeResize="0"/>
          <p:nvPr/>
        </p:nvPicPr>
        <p:blipFill>
          <a:blip r:embed="rId3">
            <a:alphaModFix/>
          </a:blip>
          <a:stretch>
            <a:fillRect/>
          </a:stretch>
        </p:blipFill>
        <p:spPr>
          <a:xfrm>
            <a:off x="1066863" y="2427825"/>
            <a:ext cx="8696325" cy="3314700"/>
          </a:xfrm>
          <a:prstGeom prst="rect">
            <a:avLst/>
          </a:prstGeom>
          <a:noFill/>
          <a:ln>
            <a:noFill/>
          </a:ln>
        </p:spPr>
      </p:pic>
      <p:sp>
        <p:nvSpPr>
          <p:cNvPr id="202" name="Google Shape;202;g302b33d06d2_0_80"/>
          <p:cNvSpPr txBox="1"/>
          <p:nvPr/>
        </p:nvSpPr>
        <p:spPr>
          <a:xfrm>
            <a:off x="1199450" y="1245300"/>
            <a:ext cx="7725900" cy="7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chemeClr val="dk1"/>
                </a:solidFill>
                <a:latin typeface="Candara"/>
                <a:ea typeface="Candara"/>
                <a:cs typeface="Candara"/>
                <a:sym typeface="Candara"/>
              </a:rPr>
              <a:t>/gem5/src/cpu/pred</a:t>
            </a:r>
            <a:endParaRPr sz="2100">
              <a:solidFill>
                <a:schemeClr val="dk1"/>
              </a:solidFill>
              <a:latin typeface="Candara"/>
              <a:ea typeface="Candara"/>
              <a:cs typeface="Candara"/>
              <a:sym typeface="Canda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02b33d06d2_0_42"/>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Bi-Mode Branch Predictor</a:t>
            </a:r>
            <a:endParaRPr/>
          </a:p>
        </p:txBody>
      </p:sp>
      <p:sp>
        <p:nvSpPr>
          <p:cNvPr id="209" name="Google Shape;209;g302b33d06d2_0_42"/>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210" name="Google Shape;210;g302b33d06d2_0_42"/>
          <p:cNvPicPr preferRelativeResize="0"/>
          <p:nvPr/>
        </p:nvPicPr>
        <p:blipFill rotWithShape="1">
          <a:blip r:embed="rId3">
            <a:alphaModFix/>
          </a:blip>
          <a:srcRect b="49484" l="0" r="0" t="0"/>
          <a:stretch/>
        </p:blipFill>
        <p:spPr>
          <a:xfrm>
            <a:off x="101600" y="1121825"/>
            <a:ext cx="5994401" cy="4109729"/>
          </a:xfrm>
          <a:prstGeom prst="rect">
            <a:avLst/>
          </a:prstGeom>
          <a:noFill/>
          <a:ln cap="flat" cmpd="sng" w="9525">
            <a:solidFill>
              <a:schemeClr val="dk1"/>
            </a:solidFill>
            <a:prstDash val="solid"/>
            <a:round/>
            <a:headEnd len="sm" w="sm" type="none"/>
            <a:tailEnd len="sm" w="sm" type="none"/>
          </a:ln>
        </p:spPr>
      </p:pic>
      <p:pic>
        <p:nvPicPr>
          <p:cNvPr id="211" name="Google Shape;211;g302b33d06d2_0_42"/>
          <p:cNvPicPr preferRelativeResize="0"/>
          <p:nvPr/>
        </p:nvPicPr>
        <p:blipFill rotWithShape="1">
          <a:blip r:embed="rId3">
            <a:alphaModFix/>
          </a:blip>
          <a:srcRect b="0" l="0" r="0" t="50298"/>
          <a:stretch/>
        </p:blipFill>
        <p:spPr>
          <a:xfrm>
            <a:off x="6230200" y="1121825"/>
            <a:ext cx="6092395" cy="4109726"/>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02b33d06d2_0_49"/>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Bi-Mode Branch Predictor</a:t>
            </a:r>
            <a:endParaRPr/>
          </a:p>
        </p:txBody>
      </p:sp>
      <p:sp>
        <p:nvSpPr>
          <p:cNvPr id="218" name="Google Shape;218;g302b33d06d2_0_49"/>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219" name="Google Shape;219;g302b33d06d2_0_49"/>
          <p:cNvPicPr preferRelativeResize="0"/>
          <p:nvPr/>
        </p:nvPicPr>
        <p:blipFill>
          <a:blip r:embed="rId3">
            <a:alphaModFix/>
          </a:blip>
          <a:stretch>
            <a:fillRect/>
          </a:stretch>
        </p:blipFill>
        <p:spPr>
          <a:xfrm>
            <a:off x="585250" y="2169600"/>
            <a:ext cx="10282950" cy="26740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02b33d06d2_0_56"/>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Bi-Mode Branch Predictor</a:t>
            </a:r>
            <a:endParaRPr/>
          </a:p>
        </p:txBody>
      </p:sp>
      <p:sp>
        <p:nvSpPr>
          <p:cNvPr id="226" name="Google Shape;226;g302b33d06d2_0_56"/>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227" name="Google Shape;227;g302b33d06d2_0_56"/>
          <p:cNvPicPr preferRelativeResize="0"/>
          <p:nvPr/>
        </p:nvPicPr>
        <p:blipFill>
          <a:blip r:embed="rId3">
            <a:alphaModFix/>
          </a:blip>
          <a:stretch>
            <a:fillRect/>
          </a:stretch>
        </p:blipFill>
        <p:spPr>
          <a:xfrm>
            <a:off x="953026" y="1419225"/>
            <a:ext cx="8149950" cy="382657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02b33d06d2_0_63"/>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Bi-Mode Branch Predictor</a:t>
            </a:r>
            <a:endParaRPr/>
          </a:p>
        </p:txBody>
      </p:sp>
      <p:sp>
        <p:nvSpPr>
          <p:cNvPr id="234" name="Google Shape;234;g302b33d06d2_0_63"/>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235" name="Google Shape;235;g302b33d06d2_0_63"/>
          <p:cNvPicPr preferRelativeResize="0"/>
          <p:nvPr/>
        </p:nvPicPr>
        <p:blipFill rotWithShape="1">
          <a:blip r:embed="rId3">
            <a:alphaModFix/>
          </a:blip>
          <a:srcRect b="0" l="704" r="0" t="0"/>
          <a:stretch/>
        </p:blipFill>
        <p:spPr>
          <a:xfrm>
            <a:off x="5750275" y="1018975"/>
            <a:ext cx="6064225" cy="5305700"/>
          </a:xfrm>
          <a:prstGeom prst="rect">
            <a:avLst/>
          </a:prstGeom>
          <a:noFill/>
          <a:ln cap="flat" cmpd="sng" w="9525">
            <a:solidFill>
              <a:schemeClr val="dk1"/>
            </a:solidFill>
            <a:prstDash val="solid"/>
            <a:round/>
            <a:headEnd len="sm" w="sm" type="none"/>
            <a:tailEnd len="sm" w="sm" type="none"/>
          </a:ln>
        </p:spPr>
      </p:pic>
      <p:pic>
        <p:nvPicPr>
          <p:cNvPr id="236" name="Google Shape;236;g302b33d06d2_0_63"/>
          <p:cNvPicPr preferRelativeResize="0"/>
          <p:nvPr/>
        </p:nvPicPr>
        <p:blipFill>
          <a:blip r:embed="rId4">
            <a:alphaModFix/>
          </a:blip>
          <a:stretch>
            <a:fillRect/>
          </a:stretch>
        </p:blipFill>
        <p:spPr>
          <a:xfrm>
            <a:off x="109325" y="1018975"/>
            <a:ext cx="5439274" cy="530570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04953f0a42_0_8"/>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Bi-Mode Branch Predictor</a:t>
            </a:r>
            <a:endParaRPr/>
          </a:p>
        </p:txBody>
      </p:sp>
      <p:sp>
        <p:nvSpPr>
          <p:cNvPr id="243" name="Google Shape;243;g304953f0a42_0_8"/>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244" name="Google Shape;244;g304953f0a42_0_8"/>
          <p:cNvPicPr preferRelativeResize="0"/>
          <p:nvPr/>
        </p:nvPicPr>
        <p:blipFill>
          <a:blip r:embed="rId3">
            <a:alphaModFix/>
          </a:blip>
          <a:stretch>
            <a:fillRect/>
          </a:stretch>
        </p:blipFill>
        <p:spPr>
          <a:xfrm>
            <a:off x="1001100" y="2097706"/>
            <a:ext cx="10189800" cy="2662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02481d6316_0_0"/>
          <p:cNvSpPr txBox="1"/>
          <p:nvPr>
            <p:ph type="title"/>
          </p:nvPr>
        </p:nvSpPr>
        <p:spPr>
          <a:xfrm>
            <a:off x="0" y="0"/>
            <a:ext cx="12192000" cy="816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66"/>
              </a:buClr>
              <a:buSzPts val="3300"/>
              <a:buFont typeface="Candara"/>
              <a:buNone/>
            </a:pPr>
            <a:r>
              <a:rPr lang="en-US"/>
              <a:t>Tasks in Project 2</a:t>
            </a:r>
            <a:endParaRPr/>
          </a:p>
        </p:txBody>
      </p:sp>
      <p:sp>
        <p:nvSpPr>
          <p:cNvPr id="251" name="Google Shape;251;g302481d6316_0_0"/>
          <p:cNvSpPr txBox="1"/>
          <p:nvPr>
            <p:ph idx="12" type="sldNum"/>
          </p:nvPr>
        </p:nvSpPr>
        <p:spPr>
          <a:xfrm>
            <a:off x="886951" y="6338389"/>
            <a:ext cx="12612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a:p>
        </p:txBody>
      </p:sp>
      <p:sp>
        <p:nvSpPr>
          <p:cNvPr id="252" name="Google Shape;252;g302481d6316_0_0"/>
          <p:cNvSpPr txBox="1"/>
          <p:nvPr>
            <p:ph idx="1" type="body"/>
          </p:nvPr>
        </p:nvSpPr>
        <p:spPr>
          <a:xfrm>
            <a:off x="157507" y="1236743"/>
            <a:ext cx="11508900" cy="5164200"/>
          </a:xfrm>
          <a:prstGeom prst="rect">
            <a:avLst/>
          </a:prstGeom>
          <a:noFill/>
          <a:ln>
            <a:noFill/>
          </a:ln>
        </p:spPr>
        <p:txBody>
          <a:bodyPr anchorCtr="0" anchor="t" bIns="45700" lIns="91425" spcFirstLastPara="1" rIns="91425" wrap="square" tIns="45700">
            <a:normAutofit fontScale="92500" lnSpcReduction="10000"/>
          </a:bodyPr>
          <a:lstStyle/>
          <a:p>
            <a:pPr indent="-393065" lvl="0" marL="457200" rtl="0" algn="just">
              <a:lnSpc>
                <a:spcPct val="115000"/>
              </a:lnSpc>
              <a:spcBef>
                <a:spcPts val="0"/>
              </a:spcBef>
              <a:spcAft>
                <a:spcPts val="0"/>
              </a:spcAft>
              <a:buSzPct val="87500"/>
              <a:buAutoNum type="arabicPeriod"/>
            </a:pPr>
            <a:r>
              <a:rPr lang="en-US" sz="3200">
                <a:solidFill>
                  <a:srgbClr val="002060"/>
                </a:solidFill>
              </a:rPr>
              <a:t>Make necessary changes in BranchPredictor.py file. </a:t>
            </a:r>
            <a:endParaRPr sz="3200">
              <a:solidFill>
                <a:srgbClr val="002060"/>
              </a:solidFill>
            </a:endParaRPr>
          </a:p>
          <a:p>
            <a:pPr indent="0" lvl="0" marL="0" rtl="0" algn="l">
              <a:lnSpc>
                <a:spcPct val="107000"/>
              </a:lnSpc>
              <a:spcBef>
                <a:spcPts val="1200"/>
              </a:spcBef>
              <a:spcAft>
                <a:spcPts val="0"/>
              </a:spcAft>
              <a:buNone/>
            </a:pPr>
            <a:r>
              <a:rPr lang="en-US" sz="3200">
                <a:solidFill>
                  <a:srgbClr val="002060"/>
                </a:solidFill>
              </a:rPr>
              <a:t>class CustomBP(BranchPredictor):  </a:t>
            </a:r>
            <a:endParaRPr sz="3200">
              <a:solidFill>
                <a:srgbClr val="002060"/>
              </a:solidFill>
            </a:endParaRPr>
          </a:p>
          <a:p>
            <a:pPr indent="0" lvl="0" marL="457200" marR="1219200" rtl="0" algn="l">
              <a:lnSpc>
                <a:spcPct val="108000"/>
              </a:lnSpc>
              <a:spcBef>
                <a:spcPts val="0"/>
              </a:spcBef>
              <a:spcAft>
                <a:spcPts val="0"/>
              </a:spcAft>
              <a:buNone/>
            </a:pPr>
            <a:r>
              <a:rPr lang="en-US" sz="3200">
                <a:solidFill>
                  <a:srgbClr val="002060"/>
                </a:solidFill>
              </a:rPr>
              <a:t>type = 'CustomBP'  	</a:t>
            </a:r>
            <a:endParaRPr sz="3200">
              <a:solidFill>
                <a:srgbClr val="002060"/>
              </a:solidFill>
            </a:endParaRPr>
          </a:p>
          <a:p>
            <a:pPr indent="0" lvl="0" marL="457200" marR="1219200" rtl="0" algn="l">
              <a:lnSpc>
                <a:spcPct val="108000"/>
              </a:lnSpc>
              <a:spcBef>
                <a:spcPts val="0"/>
              </a:spcBef>
              <a:spcAft>
                <a:spcPts val="0"/>
              </a:spcAft>
              <a:buNone/>
            </a:pPr>
            <a:r>
              <a:rPr lang="en-US" sz="3200">
                <a:solidFill>
                  <a:srgbClr val="002060"/>
                </a:solidFill>
              </a:rPr>
              <a:t>cxx_class = 'CustomBP'</a:t>
            </a:r>
            <a:endParaRPr sz="3200">
              <a:solidFill>
                <a:srgbClr val="002060"/>
              </a:solidFill>
            </a:endParaRPr>
          </a:p>
          <a:p>
            <a:pPr indent="0" lvl="0" marL="457200" marR="1219200" rtl="0" algn="l">
              <a:lnSpc>
                <a:spcPct val="108000"/>
              </a:lnSpc>
              <a:spcBef>
                <a:spcPts val="0"/>
              </a:spcBef>
              <a:spcAft>
                <a:spcPts val="0"/>
              </a:spcAft>
              <a:buNone/>
            </a:pPr>
            <a:r>
              <a:rPr lang="en-US" sz="3200">
                <a:solidFill>
                  <a:srgbClr val="002060"/>
                </a:solidFill>
              </a:rPr>
              <a:t>cxx_header = "cpu/pred/custom.hh"</a:t>
            </a:r>
            <a:endParaRPr sz="3200">
              <a:solidFill>
                <a:srgbClr val="002060"/>
              </a:solidFill>
            </a:endParaRPr>
          </a:p>
          <a:p>
            <a:pPr indent="0" lvl="0" marL="444500" marR="0" rtl="0" algn="l">
              <a:lnSpc>
                <a:spcPct val="107000"/>
              </a:lnSpc>
              <a:spcBef>
                <a:spcPts val="0"/>
              </a:spcBef>
              <a:spcAft>
                <a:spcPts val="0"/>
              </a:spcAft>
              <a:buNone/>
            </a:pPr>
            <a:r>
              <a:rPr lang="en-US" sz="3200">
                <a:solidFill>
                  <a:srgbClr val="002060"/>
                </a:solidFill>
              </a:rPr>
              <a:t>PredictorSize = Param.Unsigned(1024, "Size of predictor (entries).")</a:t>
            </a:r>
            <a:endParaRPr sz="3200">
              <a:solidFill>
                <a:srgbClr val="002060"/>
              </a:solidFill>
            </a:endParaRPr>
          </a:p>
          <a:p>
            <a:pPr indent="0" lvl="0" marL="457200" rtl="0" algn="l">
              <a:lnSpc>
                <a:spcPct val="107000"/>
              </a:lnSpc>
              <a:spcBef>
                <a:spcPts val="300"/>
              </a:spcBef>
              <a:spcAft>
                <a:spcPts val="0"/>
              </a:spcAft>
              <a:buNone/>
            </a:pPr>
            <a:r>
              <a:rPr lang="en-US" sz="3200">
                <a:solidFill>
                  <a:srgbClr val="002060"/>
                </a:solidFill>
              </a:rPr>
              <a:t>PHTCtrBits = Param.Unsigned(2, "Bits per counter.")  </a:t>
            </a:r>
            <a:endParaRPr sz="3200">
              <a:solidFill>
                <a:srgbClr val="002060"/>
              </a:solidFill>
            </a:endParaRPr>
          </a:p>
          <a:p>
            <a:pPr indent="0" lvl="0" marL="457200" rtl="0" algn="l">
              <a:lnSpc>
                <a:spcPct val="107000"/>
              </a:lnSpc>
              <a:spcBef>
                <a:spcPts val="0"/>
              </a:spcBef>
              <a:spcAft>
                <a:spcPts val="0"/>
              </a:spcAft>
              <a:buNone/>
            </a:pPr>
            <a:r>
              <a:rPr lang="en-US" sz="3200">
                <a:solidFill>
                  <a:srgbClr val="002060"/>
                </a:solidFill>
              </a:rPr>
              <a:t>globalHistoryBits = Param.Unsigned(8, "Bits of the global history.")</a:t>
            </a:r>
            <a:endParaRPr b="1" sz="1100">
              <a:solidFill>
                <a:srgbClr val="000000"/>
              </a:solidFill>
              <a:latin typeface="Courier New"/>
              <a:ea typeface="Courier New"/>
              <a:cs typeface="Courier New"/>
              <a:sym typeface="Courier New"/>
            </a:endParaRPr>
          </a:p>
          <a:p>
            <a:pPr indent="0" lvl="0" marL="0" marR="25400" rtl="0" algn="l">
              <a:lnSpc>
                <a:spcPct val="107000"/>
              </a:lnSpc>
              <a:spcBef>
                <a:spcPts val="0"/>
              </a:spcBef>
              <a:spcAft>
                <a:spcPts val="0"/>
              </a:spcAft>
              <a:buNone/>
            </a:pPr>
            <a:r>
              <a:t/>
            </a:r>
            <a:endParaRPr b="1" sz="1100">
              <a:highlight>
                <a:srgbClr val="EDEDED"/>
              </a:highlight>
              <a:latin typeface="Courier New"/>
              <a:ea typeface="Courier New"/>
              <a:cs typeface="Courier New"/>
              <a:sym typeface="Courier New"/>
            </a:endParaRPr>
          </a:p>
          <a:p>
            <a:pPr indent="0" lvl="0" marL="457200" rtl="0" algn="just">
              <a:lnSpc>
                <a:spcPct val="115000"/>
              </a:lnSpc>
              <a:spcBef>
                <a:spcPts val="100"/>
              </a:spcBef>
              <a:spcAft>
                <a:spcPts val="0"/>
              </a:spcAft>
              <a:buNone/>
            </a:pPr>
            <a:r>
              <a:t/>
            </a:r>
            <a:endParaRPr sz="3200">
              <a:solidFill>
                <a:srgbClr val="002060"/>
              </a:solidFill>
            </a:endParaRPr>
          </a:p>
          <a:p>
            <a:pPr indent="0" lvl="0" marL="457200" rtl="0" algn="just">
              <a:lnSpc>
                <a:spcPct val="115000"/>
              </a:lnSpc>
              <a:spcBef>
                <a:spcPts val="1200"/>
              </a:spcBef>
              <a:spcAft>
                <a:spcPts val="1200"/>
              </a:spcAft>
              <a:buNone/>
            </a:pPr>
            <a:r>
              <a:rPr b="1" lang="en-US" sz="1856">
                <a:solidFill>
                  <a:srgbClr val="00000A"/>
                </a:solidFill>
                <a:latin typeface="Times New Roman"/>
                <a:ea typeface="Times New Roman"/>
                <a:cs typeface="Times New Roman"/>
                <a:sym typeface="Times New Roman"/>
              </a:rPr>
              <a:t>‘gem5/src/cpu/pred’ </a:t>
            </a:r>
            <a:endParaRPr b="1" sz="3956">
              <a:solidFill>
                <a:srgbClr val="002060"/>
              </a:solidFill>
            </a:endParaRPr>
          </a:p>
        </p:txBody>
      </p:sp>
      <p:sp>
        <p:nvSpPr>
          <p:cNvPr id="253" name="Google Shape;253;g302481d6316_0_0"/>
          <p:cNvSpPr txBox="1"/>
          <p:nvPr>
            <p:ph idx="10" type="dt"/>
          </p:nvPr>
        </p:nvSpPr>
        <p:spPr>
          <a:xfrm>
            <a:off x="4820051" y="6365810"/>
            <a:ext cx="2551800" cy="365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9/16/24</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048c324121_0_24"/>
          <p:cNvSpPr txBox="1"/>
          <p:nvPr>
            <p:ph type="title"/>
          </p:nvPr>
        </p:nvSpPr>
        <p:spPr>
          <a:xfrm>
            <a:off x="0" y="0"/>
            <a:ext cx="12192000" cy="816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66"/>
              </a:buClr>
              <a:buSzPts val="3300"/>
              <a:buFont typeface="Candara"/>
              <a:buNone/>
            </a:pPr>
            <a:r>
              <a:rPr lang="en-US"/>
              <a:t>Tasks in Project 2</a:t>
            </a:r>
            <a:endParaRPr/>
          </a:p>
        </p:txBody>
      </p:sp>
      <p:sp>
        <p:nvSpPr>
          <p:cNvPr id="260" name="Google Shape;260;g3048c324121_0_24"/>
          <p:cNvSpPr txBox="1"/>
          <p:nvPr>
            <p:ph idx="12" type="sldNum"/>
          </p:nvPr>
        </p:nvSpPr>
        <p:spPr>
          <a:xfrm>
            <a:off x="886951" y="6338389"/>
            <a:ext cx="12612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a:p>
        </p:txBody>
      </p:sp>
      <p:sp>
        <p:nvSpPr>
          <p:cNvPr id="261" name="Google Shape;261;g3048c324121_0_24"/>
          <p:cNvSpPr txBox="1"/>
          <p:nvPr>
            <p:ph idx="1" type="body"/>
          </p:nvPr>
        </p:nvSpPr>
        <p:spPr>
          <a:xfrm>
            <a:off x="157507" y="1236743"/>
            <a:ext cx="11508900" cy="5164200"/>
          </a:xfrm>
          <a:prstGeom prst="rect">
            <a:avLst/>
          </a:prstGeom>
          <a:noFill/>
          <a:ln>
            <a:noFill/>
          </a:ln>
        </p:spPr>
        <p:txBody>
          <a:bodyPr anchorCtr="0" anchor="t" bIns="45700" lIns="91425" spcFirstLastPara="1" rIns="91425" wrap="square" tIns="45700">
            <a:normAutofit/>
          </a:bodyPr>
          <a:lstStyle/>
          <a:p>
            <a:pPr indent="-431800" lvl="0" marL="457200" rtl="0" algn="just">
              <a:lnSpc>
                <a:spcPct val="115000"/>
              </a:lnSpc>
              <a:spcBef>
                <a:spcPts val="0"/>
              </a:spcBef>
              <a:spcAft>
                <a:spcPts val="0"/>
              </a:spcAft>
              <a:buSzPts val="3200"/>
              <a:buAutoNum type="arabicPeriod" startAt="2"/>
            </a:pPr>
            <a:r>
              <a:rPr lang="en-US" sz="3200">
                <a:solidFill>
                  <a:srgbClr val="002060"/>
                </a:solidFill>
              </a:rPr>
              <a:t>M</a:t>
            </a:r>
            <a:r>
              <a:rPr lang="en-US" sz="3200">
                <a:solidFill>
                  <a:srgbClr val="002060"/>
                </a:solidFill>
              </a:rPr>
              <a:t>ake necessary changes in ‘SConscript’ file. </a:t>
            </a:r>
            <a:endParaRPr sz="3200">
              <a:solidFill>
                <a:srgbClr val="002060"/>
              </a:solidFill>
            </a:endParaRPr>
          </a:p>
          <a:p>
            <a:pPr indent="1943100" lvl="0" marL="0" marR="25400" rtl="0" algn="l">
              <a:lnSpc>
                <a:spcPct val="107000"/>
              </a:lnSpc>
              <a:spcBef>
                <a:spcPts val="1200"/>
              </a:spcBef>
              <a:spcAft>
                <a:spcPts val="0"/>
              </a:spcAft>
              <a:buNone/>
            </a:pPr>
            <a:r>
              <a:rPr lang="en-US" sz="3200">
                <a:solidFill>
                  <a:srgbClr val="002060"/>
                </a:solidFill>
              </a:rPr>
              <a:t>Source('custom.cc') </a:t>
            </a:r>
            <a:endParaRPr sz="3200">
              <a:solidFill>
                <a:srgbClr val="002060"/>
              </a:solidFill>
            </a:endParaRPr>
          </a:p>
          <a:p>
            <a:pPr indent="1943100" lvl="0" marL="0" marR="25400" rtl="0" algn="l">
              <a:lnSpc>
                <a:spcPct val="107000"/>
              </a:lnSpc>
              <a:spcBef>
                <a:spcPts val="100"/>
              </a:spcBef>
              <a:spcAft>
                <a:spcPts val="0"/>
              </a:spcAft>
              <a:buNone/>
            </a:pPr>
            <a:r>
              <a:rPr lang="en-US" sz="3200">
                <a:solidFill>
                  <a:srgbClr val="002060"/>
                </a:solidFill>
              </a:rPr>
              <a:t>DebugFlag('Mispredict')</a:t>
            </a:r>
            <a:endParaRPr sz="3200">
              <a:solidFill>
                <a:srgbClr val="002060"/>
              </a:solidFill>
            </a:endParaRPr>
          </a:p>
          <a:p>
            <a:pPr indent="1943100" lvl="0" marL="0" marR="25400" rtl="0" algn="l">
              <a:lnSpc>
                <a:spcPct val="107000"/>
              </a:lnSpc>
              <a:spcBef>
                <a:spcPts val="200"/>
              </a:spcBef>
              <a:spcAft>
                <a:spcPts val="0"/>
              </a:spcAft>
              <a:buNone/>
            </a:pPr>
            <a:r>
              <a:rPr lang="en-US" sz="3200">
                <a:solidFill>
                  <a:srgbClr val="002060"/>
                </a:solidFill>
              </a:rPr>
              <a:t>DebugFlag('CDebug')</a:t>
            </a:r>
            <a:endParaRPr b="1" sz="1100">
              <a:highlight>
                <a:srgbClr val="EDEDED"/>
              </a:highlight>
              <a:latin typeface="Courier New"/>
              <a:ea typeface="Courier New"/>
              <a:cs typeface="Courier New"/>
              <a:sym typeface="Courier New"/>
            </a:endParaRPr>
          </a:p>
          <a:p>
            <a:pPr indent="0" lvl="0" marL="457200" rtl="0" algn="just">
              <a:lnSpc>
                <a:spcPct val="115000"/>
              </a:lnSpc>
              <a:spcBef>
                <a:spcPts val="100"/>
              </a:spcBef>
              <a:spcAft>
                <a:spcPts val="1200"/>
              </a:spcAft>
              <a:buNone/>
            </a:pPr>
            <a:r>
              <a:t/>
            </a:r>
            <a:endParaRPr sz="3200">
              <a:solidFill>
                <a:srgbClr val="002060"/>
              </a:solidFill>
            </a:endParaRPr>
          </a:p>
        </p:txBody>
      </p:sp>
      <p:sp>
        <p:nvSpPr>
          <p:cNvPr id="262" name="Google Shape;262;g3048c324121_0_24"/>
          <p:cNvSpPr txBox="1"/>
          <p:nvPr>
            <p:ph idx="10" type="dt"/>
          </p:nvPr>
        </p:nvSpPr>
        <p:spPr>
          <a:xfrm>
            <a:off x="4820051" y="6365810"/>
            <a:ext cx="2551800" cy="365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9/16/24</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02481d6316_0_9"/>
          <p:cNvSpPr txBox="1"/>
          <p:nvPr>
            <p:ph type="title"/>
          </p:nvPr>
        </p:nvSpPr>
        <p:spPr>
          <a:xfrm>
            <a:off x="0" y="0"/>
            <a:ext cx="12192000" cy="816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66"/>
              </a:buClr>
              <a:buSzPts val="3300"/>
              <a:buFont typeface="Candara"/>
              <a:buNone/>
            </a:pPr>
            <a:r>
              <a:rPr lang="en-US"/>
              <a:t>Tasks in Project 2</a:t>
            </a:r>
            <a:endParaRPr/>
          </a:p>
        </p:txBody>
      </p:sp>
      <p:sp>
        <p:nvSpPr>
          <p:cNvPr id="269" name="Google Shape;269;g302481d6316_0_9"/>
          <p:cNvSpPr txBox="1"/>
          <p:nvPr>
            <p:ph idx="12" type="sldNum"/>
          </p:nvPr>
        </p:nvSpPr>
        <p:spPr>
          <a:xfrm>
            <a:off x="886951" y="6338389"/>
            <a:ext cx="12612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a:p>
        </p:txBody>
      </p:sp>
      <p:sp>
        <p:nvSpPr>
          <p:cNvPr id="270" name="Google Shape;270;g302481d6316_0_9"/>
          <p:cNvSpPr txBox="1"/>
          <p:nvPr>
            <p:ph idx="1" type="body"/>
          </p:nvPr>
        </p:nvSpPr>
        <p:spPr>
          <a:xfrm>
            <a:off x="157507" y="1236743"/>
            <a:ext cx="11508900" cy="5164200"/>
          </a:xfrm>
          <a:prstGeom prst="rect">
            <a:avLst/>
          </a:prstGeom>
          <a:noFill/>
          <a:ln>
            <a:noFill/>
          </a:ln>
        </p:spPr>
        <p:txBody>
          <a:bodyPr anchorCtr="0" anchor="t" bIns="45700" lIns="91425" spcFirstLastPara="1" rIns="91425" wrap="square" tIns="45700">
            <a:normAutofit/>
          </a:bodyPr>
          <a:lstStyle/>
          <a:p>
            <a:pPr indent="-431800" lvl="0" marL="457200" rtl="0" algn="just">
              <a:lnSpc>
                <a:spcPct val="115000"/>
              </a:lnSpc>
              <a:spcBef>
                <a:spcPts val="0"/>
              </a:spcBef>
              <a:spcAft>
                <a:spcPts val="0"/>
              </a:spcAft>
              <a:buSzPts val="3200"/>
              <a:buAutoNum type="arabicPeriod" startAt="3"/>
            </a:pPr>
            <a:r>
              <a:rPr lang="en-US" sz="3200"/>
              <a:t>  W</a:t>
            </a:r>
            <a:r>
              <a:rPr lang="en-US" sz="3200">
                <a:solidFill>
                  <a:srgbClr val="002060"/>
                </a:solidFill>
              </a:rPr>
              <a:t>rite the code for custom branch predictor. </a:t>
            </a:r>
            <a:endParaRPr sz="3200">
              <a:solidFill>
                <a:srgbClr val="002060"/>
              </a:solidFill>
            </a:endParaRPr>
          </a:p>
          <a:p>
            <a:pPr indent="-431800" lvl="1" marL="914400" rtl="0" algn="just">
              <a:lnSpc>
                <a:spcPct val="115000"/>
              </a:lnSpc>
              <a:spcBef>
                <a:spcPts val="0"/>
              </a:spcBef>
              <a:spcAft>
                <a:spcPts val="0"/>
              </a:spcAft>
              <a:buSzPts val="3200"/>
              <a:buAutoNum type="alphaLcPeriod"/>
            </a:pPr>
            <a:r>
              <a:rPr lang="en-US" sz="3200"/>
              <a:t>Create 2 files custom.cc and custom.hh in the directory of gem5/src/cpu/pred/. </a:t>
            </a:r>
            <a:endParaRPr sz="3200"/>
          </a:p>
          <a:p>
            <a:pPr indent="-431800" lvl="1" marL="914400" rtl="0" algn="just">
              <a:lnSpc>
                <a:spcPct val="115000"/>
              </a:lnSpc>
              <a:spcBef>
                <a:spcPts val="0"/>
              </a:spcBef>
              <a:spcAft>
                <a:spcPts val="0"/>
              </a:spcAft>
              <a:buSzPts val="3200"/>
              <a:buAutoNum type="alphaLcPeriod"/>
            </a:pPr>
            <a:r>
              <a:rPr lang="en-US" sz="3200"/>
              <a:t>These 2 custom files should be submitted separately as well. </a:t>
            </a:r>
            <a:endParaRPr sz="3200"/>
          </a:p>
          <a:p>
            <a:pPr indent="-431800" lvl="1" marL="914400" rtl="0" algn="just">
              <a:lnSpc>
                <a:spcPct val="115000"/>
              </a:lnSpc>
              <a:spcBef>
                <a:spcPts val="0"/>
              </a:spcBef>
              <a:spcAft>
                <a:spcPts val="0"/>
              </a:spcAft>
              <a:buSzPts val="3200"/>
              <a:buAutoNum type="alphaLcPeriod"/>
            </a:pPr>
            <a:r>
              <a:rPr lang="en-US" sz="3200"/>
              <a:t>You will need to define and implement the functionality for the five main branch predictor functions: </a:t>
            </a:r>
            <a:endParaRPr sz="3200"/>
          </a:p>
        </p:txBody>
      </p:sp>
      <p:sp>
        <p:nvSpPr>
          <p:cNvPr id="271" name="Google Shape;271;g302481d6316_0_9"/>
          <p:cNvSpPr txBox="1"/>
          <p:nvPr>
            <p:ph idx="10" type="dt"/>
          </p:nvPr>
        </p:nvSpPr>
        <p:spPr>
          <a:xfrm>
            <a:off x="4820051" y="6365810"/>
            <a:ext cx="2551800" cy="365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9/16/24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
          <p:cNvSpPr txBox="1"/>
          <p:nvPr>
            <p:ph type="title"/>
          </p:nvPr>
        </p:nvSpPr>
        <p:spPr>
          <a:xfrm>
            <a:off x="0" y="0"/>
            <a:ext cx="12192000" cy="81661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66"/>
              </a:buClr>
              <a:buSzPts val="3300"/>
              <a:buFont typeface="Candara"/>
              <a:buNone/>
            </a:pPr>
            <a:r>
              <a:rPr lang="en-US"/>
              <a:t>Functions to Implement</a:t>
            </a:r>
            <a:endParaRPr/>
          </a:p>
        </p:txBody>
      </p:sp>
      <p:sp>
        <p:nvSpPr>
          <p:cNvPr id="278" name="Google Shape;278;p4"/>
          <p:cNvSpPr txBox="1"/>
          <p:nvPr>
            <p:ph idx="12" type="sldNum"/>
          </p:nvPr>
        </p:nvSpPr>
        <p:spPr>
          <a:xfrm>
            <a:off x="886951" y="6338389"/>
            <a:ext cx="1261164"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a:p>
        </p:txBody>
      </p:sp>
      <p:sp>
        <p:nvSpPr>
          <p:cNvPr id="279" name="Google Shape;279;p4"/>
          <p:cNvSpPr txBox="1"/>
          <p:nvPr>
            <p:ph idx="10" type="dt"/>
          </p:nvPr>
        </p:nvSpPr>
        <p:spPr>
          <a:xfrm>
            <a:off x="4820051" y="6365810"/>
            <a:ext cx="2551899" cy="36576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9/16/24</a:t>
            </a:r>
            <a:endParaRPr/>
          </a:p>
        </p:txBody>
      </p:sp>
      <p:sp>
        <p:nvSpPr>
          <p:cNvPr id="280" name="Google Shape;280;p4"/>
          <p:cNvSpPr txBox="1"/>
          <p:nvPr>
            <p:ph idx="1" type="body"/>
          </p:nvPr>
        </p:nvSpPr>
        <p:spPr>
          <a:xfrm>
            <a:off x="157507" y="1171304"/>
            <a:ext cx="11508923" cy="5305696"/>
          </a:xfrm>
          <a:prstGeom prst="rect">
            <a:avLst/>
          </a:prstGeom>
          <a:noFill/>
          <a:ln>
            <a:noFill/>
          </a:ln>
        </p:spPr>
        <p:txBody>
          <a:bodyPr anchorCtr="0" anchor="t" bIns="45700" lIns="91425" spcFirstLastPara="1" rIns="91425" wrap="square" tIns="45700">
            <a:normAutofit/>
          </a:bodyPr>
          <a:lstStyle/>
          <a:p>
            <a:pPr indent="-419100" lvl="0" marL="457200" marR="0" rtl="0" algn="l">
              <a:lnSpc>
                <a:spcPct val="115000"/>
              </a:lnSpc>
              <a:spcBef>
                <a:spcPts val="0"/>
              </a:spcBef>
              <a:spcAft>
                <a:spcPts val="0"/>
              </a:spcAft>
              <a:buSzPts val="3000"/>
              <a:buChar char="?"/>
            </a:pPr>
            <a:r>
              <a:rPr lang="en-US" sz="3200"/>
              <a:t>Constructor():</a:t>
            </a:r>
            <a:endParaRPr sz="3200"/>
          </a:p>
          <a:p>
            <a:pPr indent="-419100" lvl="1" marL="914400" marR="0" rtl="0" algn="l">
              <a:lnSpc>
                <a:spcPct val="115000"/>
              </a:lnSpc>
              <a:spcBef>
                <a:spcPts val="0"/>
              </a:spcBef>
              <a:spcAft>
                <a:spcPts val="0"/>
              </a:spcAft>
              <a:buSzPts val="3000"/>
              <a:buChar char="?"/>
            </a:pPr>
            <a:r>
              <a:rPr lang="en-US" sz="3200">
                <a:solidFill>
                  <a:schemeClr val="dk1"/>
                </a:solidFill>
              </a:rPr>
              <a:t>calculate the PHThistoryBits bits using the PredictorSize</a:t>
            </a:r>
            <a:endParaRPr sz="3200">
              <a:solidFill>
                <a:schemeClr val="dk1"/>
              </a:solidFill>
            </a:endParaRPr>
          </a:p>
          <a:p>
            <a:pPr indent="-419100" lvl="1" marL="914400" marR="0" rtl="0" algn="l">
              <a:lnSpc>
                <a:spcPct val="115000"/>
              </a:lnSpc>
              <a:spcBef>
                <a:spcPts val="0"/>
              </a:spcBef>
              <a:spcAft>
                <a:spcPts val="0"/>
              </a:spcAft>
              <a:buSzPts val="3000"/>
              <a:buChar char="?"/>
            </a:pPr>
            <a:r>
              <a:rPr lang="en-US" sz="3200">
                <a:solidFill>
                  <a:schemeClr val="dk1"/>
                </a:solidFill>
              </a:rPr>
              <a:t>calculate the b BranchAddressBits</a:t>
            </a:r>
            <a:endParaRPr sz="3200">
              <a:solidFill>
                <a:schemeClr val="dk1"/>
              </a:solidFill>
            </a:endParaRPr>
          </a:p>
          <a:p>
            <a:pPr indent="-419100" lvl="1" marL="914400" marR="0" rtl="0" algn="l">
              <a:lnSpc>
                <a:spcPct val="115000"/>
              </a:lnSpc>
              <a:spcBef>
                <a:spcPts val="0"/>
              </a:spcBef>
              <a:spcAft>
                <a:spcPts val="0"/>
              </a:spcAft>
              <a:buSzPts val="3000"/>
              <a:buChar char="?"/>
            </a:pPr>
            <a:r>
              <a:rPr lang="en-US" sz="3200">
                <a:solidFill>
                  <a:schemeClr val="dk1"/>
                </a:solidFill>
              </a:rPr>
              <a:t>calculate the BranchMask</a:t>
            </a:r>
            <a:endParaRPr sz="3200">
              <a:solidFill>
                <a:schemeClr val="dk1"/>
              </a:solidFill>
            </a:endParaRPr>
          </a:p>
          <a:p>
            <a:pPr indent="-419100" lvl="1" marL="914400" marR="0" rtl="0" algn="l">
              <a:lnSpc>
                <a:spcPct val="115000"/>
              </a:lnSpc>
              <a:spcBef>
                <a:spcPts val="0"/>
              </a:spcBef>
              <a:spcAft>
                <a:spcPts val="0"/>
              </a:spcAft>
              <a:buSzPts val="3000"/>
              <a:buChar char="?"/>
            </a:pPr>
            <a:r>
              <a:rPr lang="en-US" sz="3200">
                <a:solidFill>
                  <a:schemeClr val="dk1"/>
                </a:solidFill>
              </a:rPr>
              <a:t>calculate the globalHistoryMask</a:t>
            </a:r>
            <a:endParaRPr sz="3200">
              <a:solidFill>
                <a:schemeClr val="dk1"/>
              </a:solidFill>
            </a:endParaRPr>
          </a:p>
          <a:p>
            <a:pPr indent="-419100" lvl="1" marL="914400" marR="0" rtl="0" algn="l">
              <a:lnSpc>
                <a:spcPct val="115000"/>
              </a:lnSpc>
              <a:spcBef>
                <a:spcPts val="0"/>
              </a:spcBef>
              <a:spcAft>
                <a:spcPts val="0"/>
              </a:spcAft>
              <a:buSzPts val="3000"/>
              <a:buChar char="?"/>
            </a:pPr>
            <a:r>
              <a:rPr lang="en-US" sz="3200">
                <a:solidFill>
                  <a:schemeClr val="dk1"/>
                </a:solidFill>
              </a:rPr>
              <a:t>calculate the PHTThreshold</a:t>
            </a:r>
            <a:endParaRPr sz="3200">
              <a:solidFill>
                <a:schemeClr val="dk1"/>
              </a:solidFill>
            </a:endParaRPr>
          </a:p>
          <a:p>
            <a:pPr indent="-89916" lvl="0" marL="205740" rtl="0" algn="l">
              <a:lnSpc>
                <a:spcPct val="120000"/>
              </a:lnSpc>
              <a:spcBef>
                <a:spcPts val="450"/>
              </a:spcBef>
              <a:spcAft>
                <a:spcPts val="0"/>
              </a:spcAft>
              <a:buSzPts val="1824"/>
              <a:buNone/>
            </a:pPr>
            <a:r>
              <a:t/>
            </a:r>
            <a:endParaRPr sz="2400"/>
          </a:p>
          <a:p>
            <a:pPr indent="-104394" lvl="0" marL="205740" rtl="0" algn="l">
              <a:lnSpc>
                <a:spcPct val="100000"/>
              </a:lnSpc>
              <a:spcBef>
                <a:spcPts val="450"/>
              </a:spcBef>
              <a:spcAft>
                <a:spcPts val="0"/>
              </a:spcAft>
              <a:buSzPts val="1596"/>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0235e6b384_0_44"/>
          <p:cNvSpPr txBox="1"/>
          <p:nvPr>
            <p:ph type="title"/>
          </p:nvPr>
        </p:nvSpPr>
        <p:spPr>
          <a:xfrm>
            <a:off x="0" y="0"/>
            <a:ext cx="12192000" cy="816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66"/>
              </a:buClr>
              <a:buSzPts val="3300"/>
              <a:buFont typeface="Candara"/>
              <a:buNone/>
            </a:pPr>
            <a:r>
              <a:rPr lang="en-US"/>
              <a:t>Functions to Implement</a:t>
            </a:r>
            <a:endParaRPr/>
          </a:p>
        </p:txBody>
      </p:sp>
      <p:sp>
        <p:nvSpPr>
          <p:cNvPr id="287" name="Google Shape;287;g30235e6b384_0_44"/>
          <p:cNvSpPr txBox="1"/>
          <p:nvPr>
            <p:ph idx="12" type="sldNum"/>
          </p:nvPr>
        </p:nvSpPr>
        <p:spPr>
          <a:xfrm>
            <a:off x="886951" y="6338389"/>
            <a:ext cx="12612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a:p>
        </p:txBody>
      </p:sp>
      <p:sp>
        <p:nvSpPr>
          <p:cNvPr id="288" name="Google Shape;288;g30235e6b384_0_44"/>
          <p:cNvSpPr txBox="1"/>
          <p:nvPr>
            <p:ph idx="10" type="dt"/>
          </p:nvPr>
        </p:nvSpPr>
        <p:spPr>
          <a:xfrm>
            <a:off x="4820051" y="6365810"/>
            <a:ext cx="2551800" cy="365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9/16/24</a:t>
            </a:r>
            <a:endParaRPr/>
          </a:p>
        </p:txBody>
      </p:sp>
      <p:sp>
        <p:nvSpPr>
          <p:cNvPr id="289" name="Google Shape;289;g30235e6b384_0_44"/>
          <p:cNvSpPr txBox="1"/>
          <p:nvPr>
            <p:ph idx="1" type="body"/>
          </p:nvPr>
        </p:nvSpPr>
        <p:spPr>
          <a:xfrm>
            <a:off x="157507" y="1171304"/>
            <a:ext cx="11508900" cy="5305800"/>
          </a:xfrm>
          <a:prstGeom prst="rect">
            <a:avLst/>
          </a:prstGeom>
          <a:noFill/>
          <a:ln>
            <a:noFill/>
          </a:ln>
        </p:spPr>
        <p:txBody>
          <a:bodyPr anchorCtr="0" anchor="t" bIns="45700" lIns="91425" spcFirstLastPara="1" rIns="91425" wrap="square" tIns="45700">
            <a:normAutofit lnSpcReduction="10000"/>
          </a:bodyPr>
          <a:lstStyle/>
          <a:p>
            <a:pPr indent="-419100" lvl="0" marL="457200" marR="0" rtl="0" algn="l">
              <a:lnSpc>
                <a:spcPct val="115000"/>
              </a:lnSpc>
              <a:spcBef>
                <a:spcPts val="0"/>
              </a:spcBef>
              <a:spcAft>
                <a:spcPts val="0"/>
              </a:spcAft>
              <a:buSzPts val="3000"/>
              <a:buChar char="?"/>
            </a:pPr>
            <a:r>
              <a:rPr lang="en-US" sz="3200"/>
              <a:t>uncondBranch():</a:t>
            </a:r>
            <a:endParaRPr sz="3200"/>
          </a:p>
          <a:p>
            <a:pPr indent="-419100" lvl="1" marL="914400" marR="0" rtl="0" algn="l">
              <a:lnSpc>
                <a:spcPct val="115000"/>
              </a:lnSpc>
              <a:spcBef>
                <a:spcPts val="0"/>
              </a:spcBef>
              <a:spcAft>
                <a:spcPts val="0"/>
              </a:spcAft>
              <a:buSzPts val="3000"/>
              <a:buChar char="?"/>
            </a:pPr>
            <a:r>
              <a:rPr lang="en-US" sz="3200">
                <a:solidFill>
                  <a:schemeClr val="dk1"/>
                </a:solidFill>
              </a:rPr>
              <a:t>modify the history using the thread.</a:t>
            </a:r>
            <a:endParaRPr sz="3200">
              <a:solidFill>
                <a:schemeClr val="dk1"/>
              </a:solidFill>
            </a:endParaRPr>
          </a:p>
          <a:p>
            <a:pPr indent="-419100" lvl="1" marL="914400" marR="0" rtl="0" algn="l">
              <a:lnSpc>
                <a:spcPct val="115000"/>
              </a:lnSpc>
              <a:spcBef>
                <a:spcPts val="0"/>
              </a:spcBef>
              <a:spcAft>
                <a:spcPts val="0"/>
              </a:spcAft>
              <a:buSzPts val="3000"/>
              <a:buChar char="?"/>
            </a:pPr>
            <a:r>
              <a:rPr lang="en-US" sz="3200">
                <a:solidFill>
                  <a:schemeClr val="dk1"/>
                </a:solidFill>
              </a:rPr>
              <a:t>modify the prediction attribute and global history</a:t>
            </a:r>
            <a:endParaRPr sz="3200">
              <a:solidFill>
                <a:schemeClr val="dk1"/>
              </a:solidFill>
            </a:endParaRPr>
          </a:p>
          <a:p>
            <a:pPr indent="457200" lvl="0" marL="457200" marR="0" rtl="0" algn="l">
              <a:lnSpc>
                <a:spcPct val="115000"/>
              </a:lnSpc>
              <a:spcBef>
                <a:spcPts val="0"/>
              </a:spcBef>
              <a:spcAft>
                <a:spcPts val="0"/>
              </a:spcAft>
              <a:buNone/>
            </a:pPr>
            <a:r>
              <a:rPr lang="en-US" sz="3200"/>
              <a:t>attribute of the history.</a:t>
            </a:r>
            <a:endParaRPr sz="3200"/>
          </a:p>
          <a:p>
            <a:pPr indent="0" lvl="0" marL="0" marR="0" rtl="0" algn="l">
              <a:lnSpc>
                <a:spcPct val="115000"/>
              </a:lnSpc>
              <a:spcBef>
                <a:spcPts val="0"/>
              </a:spcBef>
              <a:spcAft>
                <a:spcPts val="0"/>
              </a:spcAft>
              <a:buNone/>
            </a:pPr>
            <a:r>
              <a:t/>
            </a:r>
            <a:endParaRPr sz="3200"/>
          </a:p>
          <a:p>
            <a:pPr indent="-419100" lvl="0" marL="457200" marR="0" rtl="0" algn="l">
              <a:lnSpc>
                <a:spcPct val="115000"/>
              </a:lnSpc>
              <a:spcBef>
                <a:spcPts val="0"/>
              </a:spcBef>
              <a:spcAft>
                <a:spcPts val="0"/>
              </a:spcAft>
              <a:buSzPts val="3000"/>
              <a:buChar char="?"/>
            </a:pPr>
            <a:r>
              <a:rPr lang="en-US" sz="3200"/>
              <a:t>squash():</a:t>
            </a:r>
            <a:endParaRPr sz="3200"/>
          </a:p>
          <a:p>
            <a:pPr indent="-419100" lvl="1" marL="914400" marR="0" rtl="0" algn="l">
              <a:lnSpc>
                <a:spcPct val="115000"/>
              </a:lnSpc>
              <a:spcBef>
                <a:spcPts val="0"/>
              </a:spcBef>
              <a:spcAft>
                <a:spcPts val="0"/>
              </a:spcAft>
              <a:buSzPts val="3000"/>
              <a:buChar char="?"/>
            </a:pPr>
            <a:r>
              <a:rPr lang="en-US" sz="3200"/>
              <a:t>modify the globalHistoryReg of the thread.</a:t>
            </a:r>
            <a:endParaRPr sz="3200"/>
          </a:p>
          <a:p>
            <a:pPr indent="-419100" lvl="1" marL="914400" marR="0" rtl="0" algn="l">
              <a:lnSpc>
                <a:spcPct val="115000"/>
              </a:lnSpc>
              <a:spcBef>
                <a:spcPts val="0"/>
              </a:spcBef>
              <a:spcAft>
                <a:spcPts val="0"/>
              </a:spcAft>
              <a:buSzPts val="3000"/>
              <a:buChar char="?"/>
            </a:pPr>
            <a:r>
              <a:rPr lang="en-US" sz="3200"/>
              <a:t>delete the history.</a:t>
            </a:r>
            <a:endParaRPr sz="3200"/>
          </a:p>
          <a:p>
            <a:pPr indent="-89916" lvl="0" marL="205740" rtl="0" algn="l">
              <a:lnSpc>
                <a:spcPct val="120000"/>
              </a:lnSpc>
              <a:spcBef>
                <a:spcPts val="450"/>
              </a:spcBef>
              <a:spcAft>
                <a:spcPts val="0"/>
              </a:spcAft>
              <a:buSzPts val="1824"/>
              <a:buNone/>
            </a:pPr>
            <a:r>
              <a:t/>
            </a:r>
            <a:endParaRPr sz="2400"/>
          </a:p>
          <a:p>
            <a:pPr indent="-104394" lvl="0" marL="205740" rtl="0" algn="l">
              <a:lnSpc>
                <a:spcPct val="100000"/>
              </a:lnSpc>
              <a:spcBef>
                <a:spcPts val="450"/>
              </a:spcBef>
              <a:spcAft>
                <a:spcPts val="0"/>
              </a:spcAft>
              <a:buSzPts val="1596"/>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30235e6b384_0_54"/>
          <p:cNvSpPr txBox="1"/>
          <p:nvPr>
            <p:ph type="title"/>
          </p:nvPr>
        </p:nvSpPr>
        <p:spPr>
          <a:xfrm>
            <a:off x="0" y="0"/>
            <a:ext cx="12192000" cy="816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66"/>
              </a:buClr>
              <a:buSzPts val="3300"/>
              <a:buFont typeface="Candara"/>
              <a:buNone/>
            </a:pPr>
            <a:r>
              <a:rPr lang="en-US"/>
              <a:t>Functions to Implement</a:t>
            </a:r>
            <a:endParaRPr/>
          </a:p>
        </p:txBody>
      </p:sp>
      <p:sp>
        <p:nvSpPr>
          <p:cNvPr id="296" name="Google Shape;296;g30235e6b384_0_54"/>
          <p:cNvSpPr txBox="1"/>
          <p:nvPr>
            <p:ph idx="12" type="sldNum"/>
          </p:nvPr>
        </p:nvSpPr>
        <p:spPr>
          <a:xfrm>
            <a:off x="886951" y="6338389"/>
            <a:ext cx="12612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a:p>
        </p:txBody>
      </p:sp>
      <p:sp>
        <p:nvSpPr>
          <p:cNvPr id="297" name="Google Shape;297;g30235e6b384_0_54"/>
          <p:cNvSpPr txBox="1"/>
          <p:nvPr>
            <p:ph idx="10" type="dt"/>
          </p:nvPr>
        </p:nvSpPr>
        <p:spPr>
          <a:xfrm>
            <a:off x="4820051" y="6365810"/>
            <a:ext cx="2551800" cy="365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9/16/24</a:t>
            </a:r>
            <a:endParaRPr/>
          </a:p>
        </p:txBody>
      </p:sp>
      <p:sp>
        <p:nvSpPr>
          <p:cNvPr id="298" name="Google Shape;298;g30235e6b384_0_54"/>
          <p:cNvSpPr txBox="1"/>
          <p:nvPr>
            <p:ph idx="1" type="body"/>
          </p:nvPr>
        </p:nvSpPr>
        <p:spPr>
          <a:xfrm>
            <a:off x="157507" y="1171304"/>
            <a:ext cx="11508900" cy="5305800"/>
          </a:xfrm>
          <a:prstGeom prst="rect">
            <a:avLst/>
          </a:prstGeom>
          <a:noFill/>
          <a:ln>
            <a:noFill/>
          </a:ln>
        </p:spPr>
        <p:txBody>
          <a:bodyPr anchorCtr="0" anchor="t" bIns="45700" lIns="91425" spcFirstLastPara="1" rIns="91425" wrap="square" tIns="45700">
            <a:normAutofit lnSpcReduction="20000"/>
          </a:bodyPr>
          <a:lstStyle/>
          <a:p>
            <a:pPr indent="-419100" lvl="0" marL="457200" marR="0" rtl="0" algn="l">
              <a:lnSpc>
                <a:spcPct val="115000"/>
              </a:lnSpc>
              <a:spcBef>
                <a:spcPts val="0"/>
              </a:spcBef>
              <a:spcAft>
                <a:spcPts val="0"/>
              </a:spcAft>
              <a:buSzPts val="3000"/>
              <a:buChar char="?"/>
            </a:pPr>
            <a:r>
              <a:rPr lang="en-US" sz="3200"/>
              <a:t>lookup():</a:t>
            </a:r>
            <a:endParaRPr sz="3200"/>
          </a:p>
          <a:p>
            <a:pPr indent="-419100" lvl="1" marL="914400" marR="0" rtl="0" algn="l">
              <a:lnSpc>
                <a:spcPct val="115000"/>
              </a:lnSpc>
              <a:spcBef>
                <a:spcPts val="0"/>
              </a:spcBef>
              <a:spcAft>
                <a:spcPts val="0"/>
              </a:spcAft>
              <a:buSzPts val="3000"/>
              <a:buChar char="?"/>
            </a:pPr>
            <a:r>
              <a:rPr lang="en-US" sz="3200"/>
              <a:t>define ‘n’ bits of global history and ‘n’ bit of branch address.</a:t>
            </a:r>
            <a:endParaRPr sz="3200"/>
          </a:p>
          <a:p>
            <a:pPr indent="-419100" lvl="1" marL="914400" marR="0" rtl="0" algn="l">
              <a:lnSpc>
                <a:spcPct val="115000"/>
              </a:lnSpc>
              <a:spcBef>
                <a:spcPts val="0"/>
              </a:spcBef>
              <a:spcAft>
                <a:spcPts val="0"/>
              </a:spcAft>
              <a:buSzPts val="3000"/>
              <a:buChar char="?"/>
            </a:pPr>
            <a:r>
              <a:rPr lang="en-US" sz="3200"/>
              <a:t>calculate the PHTIdx using ‘n’ and ‘n’</a:t>
            </a:r>
            <a:endParaRPr sz="3200"/>
          </a:p>
          <a:p>
            <a:pPr indent="-419100" lvl="1" marL="914400" marR="0" rtl="0" algn="l">
              <a:lnSpc>
                <a:spcPct val="115000"/>
              </a:lnSpc>
              <a:spcBef>
                <a:spcPts val="0"/>
              </a:spcBef>
              <a:spcAft>
                <a:spcPts val="0"/>
              </a:spcAft>
              <a:buSzPts val="3000"/>
              <a:buChar char="?"/>
            </a:pPr>
            <a:r>
              <a:rPr lang="en-US" sz="3200"/>
              <a:t>modify the history using the thread</a:t>
            </a:r>
            <a:endParaRPr sz="3200"/>
          </a:p>
          <a:p>
            <a:pPr indent="-419100" lvl="1" marL="914400" marR="0" rtl="0" algn="l">
              <a:lnSpc>
                <a:spcPct val="115000"/>
              </a:lnSpc>
              <a:spcBef>
                <a:spcPts val="0"/>
              </a:spcBef>
              <a:spcAft>
                <a:spcPts val="0"/>
              </a:spcAft>
              <a:buSzPts val="3000"/>
              <a:buChar char="?"/>
            </a:pPr>
            <a:r>
              <a:rPr lang="en-US" sz="3200"/>
              <a:t>to determine a prediction.</a:t>
            </a:r>
            <a:endParaRPr sz="3200"/>
          </a:p>
          <a:p>
            <a:pPr indent="0" lvl="0" marL="0" marR="0" rtl="0" algn="l">
              <a:lnSpc>
                <a:spcPct val="115000"/>
              </a:lnSpc>
              <a:spcBef>
                <a:spcPts val="0"/>
              </a:spcBef>
              <a:spcAft>
                <a:spcPts val="0"/>
              </a:spcAft>
              <a:buNone/>
            </a:pPr>
            <a:r>
              <a:t/>
            </a:r>
            <a:endParaRPr sz="3200"/>
          </a:p>
          <a:p>
            <a:pPr indent="-419100" lvl="0" marL="457200" marR="0" rtl="0" algn="l">
              <a:lnSpc>
                <a:spcPct val="115000"/>
              </a:lnSpc>
              <a:spcBef>
                <a:spcPts val="0"/>
              </a:spcBef>
              <a:spcAft>
                <a:spcPts val="0"/>
              </a:spcAft>
              <a:buSzPts val="3000"/>
              <a:buChar char="?"/>
            </a:pPr>
            <a:r>
              <a:rPr lang="en-US" sz="3200"/>
              <a:t>btbUpdate():</a:t>
            </a:r>
            <a:endParaRPr sz="3200"/>
          </a:p>
          <a:p>
            <a:pPr indent="-419100" lvl="1" marL="914400" marR="0" rtl="0" algn="l">
              <a:lnSpc>
                <a:spcPct val="115000"/>
              </a:lnSpc>
              <a:spcBef>
                <a:spcPts val="0"/>
              </a:spcBef>
              <a:spcAft>
                <a:spcPts val="0"/>
              </a:spcAft>
              <a:buSzPts val="3000"/>
              <a:buChar char="?"/>
            </a:pPr>
            <a:r>
              <a:rPr lang="en-US" sz="3200"/>
              <a:t>modify the globalHistoryReg of the thread.</a:t>
            </a:r>
            <a:endParaRPr sz="3200"/>
          </a:p>
          <a:p>
            <a:pPr indent="457200" lvl="0" marL="457200" marR="0" rtl="0" algn="l">
              <a:lnSpc>
                <a:spcPct val="115000"/>
              </a:lnSpc>
              <a:spcBef>
                <a:spcPts val="0"/>
              </a:spcBef>
              <a:spcAft>
                <a:spcPts val="0"/>
              </a:spcAft>
              <a:buNone/>
            </a:pPr>
            <a:r>
              <a:t/>
            </a:r>
            <a:endParaRPr sz="3200"/>
          </a:p>
          <a:p>
            <a:pPr indent="-89916" lvl="0" marL="205740" rtl="0" algn="l">
              <a:lnSpc>
                <a:spcPct val="120000"/>
              </a:lnSpc>
              <a:spcBef>
                <a:spcPts val="450"/>
              </a:spcBef>
              <a:spcAft>
                <a:spcPts val="0"/>
              </a:spcAft>
              <a:buSzPts val="1824"/>
              <a:buNone/>
            </a:pPr>
            <a:r>
              <a:t/>
            </a:r>
            <a:endParaRPr sz="2400"/>
          </a:p>
          <a:p>
            <a:pPr indent="-104394" lvl="0" marL="205740" rtl="0" algn="l">
              <a:lnSpc>
                <a:spcPct val="100000"/>
              </a:lnSpc>
              <a:spcBef>
                <a:spcPts val="450"/>
              </a:spcBef>
              <a:spcAft>
                <a:spcPts val="0"/>
              </a:spcAft>
              <a:buSzPts val="1596"/>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0235e6b384_0_72"/>
          <p:cNvSpPr txBox="1"/>
          <p:nvPr>
            <p:ph type="title"/>
          </p:nvPr>
        </p:nvSpPr>
        <p:spPr>
          <a:xfrm>
            <a:off x="0" y="0"/>
            <a:ext cx="12192000" cy="816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000066"/>
              </a:buClr>
              <a:buSzPts val="3300"/>
              <a:buFont typeface="Candara"/>
              <a:buNone/>
            </a:pPr>
            <a:r>
              <a:rPr lang="en-US"/>
              <a:t>Functions to Implement</a:t>
            </a:r>
            <a:endParaRPr/>
          </a:p>
        </p:txBody>
      </p:sp>
      <p:sp>
        <p:nvSpPr>
          <p:cNvPr id="305" name="Google Shape;305;g30235e6b384_0_72"/>
          <p:cNvSpPr txBox="1"/>
          <p:nvPr>
            <p:ph idx="12" type="sldNum"/>
          </p:nvPr>
        </p:nvSpPr>
        <p:spPr>
          <a:xfrm>
            <a:off x="886951" y="6338389"/>
            <a:ext cx="12612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a:p>
        </p:txBody>
      </p:sp>
      <p:sp>
        <p:nvSpPr>
          <p:cNvPr id="306" name="Google Shape;306;g30235e6b384_0_72"/>
          <p:cNvSpPr txBox="1"/>
          <p:nvPr>
            <p:ph idx="10" type="dt"/>
          </p:nvPr>
        </p:nvSpPr>
        <p:spPr>
          <a:xfrm>
            <a:off x="4820051" y="6365810"/>
            <a:ext cx="2551800" cy="3657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400"/>
              <a:buNone/>
            </a:pPr>
            <a:r>
              <a:rPr lang="en-US"/>
              <a:t>9/16/24</a:t>
            </a:r>
            <a:endParaRPr/>
          </a:p>
        </p:txBody>
      </p:sp>
      <p:sp>
        <p:nvSpPr>
          <p:cNvPr id="307" name="Google Shape;307;g30235e6b384_0_72"/>
          <p:cNvSpPr txBox="1"/>
          <p:nvPr>
            <p:ph idx="1" type="body"/>
          </p:nvPr>
        </p:nvSpPr>
        <p:spPr>
          <a:xfrm>
            <a:off x="157507" y="1171304"/>
            <a:ext cx="11508900" cy="5305800"/>
          </a:xfrm>
          <a:prstGeom prst="rect">
            <a:avLst/>
          </a:prstGeom>
          <a:noFill/>
          <a:ln>
            <a:noFill/>
          </a:ln>
        </p:spPr>
        <p:txBody>
          <a:bodyPr anchorCtr="0" anchor="t" bIns="45700" lIns="91425" spcFirstLastPara="1" rIns="91425" wrap="square" tIns="45700">
            <a:normAutofit/>
          </a:bodyPr>
          <a:lstStyle/>
          <a:p>
            <a:pPr indent="-419100" lvl="0" marL="457200" marR="0" rtl="0" algn="l">
              <a:lnSpc>
                <a:spcPct val="115000"/>
              </a:lnSpc>
              <a:spcBef>
                <a:spcPts val="0"/>
              </a:spcBef>
              <a:spcAft>
                <a:spcPts val="0"/>
              </a:spcAft>
              <a:buSzPts val="3000"/>
              <a:buChar char="?"/>
            </a:pPr>
            <a:r>
              <a:rPr lang="en-US" sz="3200"/>
              <a:t>update():</a:t>
            </a:r>
            <a:endParaRPr sz="3200"/>
          </a:p>
          <a:p>
            <a:pPr indent="-419100" lvl="1" marL="914400" marR="0" rtl="0" algn="l">
              <a:lnSpc>
                <a:spcPct val="115000"/>
              </a:lnSpc>
              <a:spcBef>
                <a:spcPts val="0"/>
              </a:spcBef>
              <a:spcAft>
                <a:spcPts val="0"/>
              </a:spcAft>
              <a:buSzPts val="3000"/>
              <a:buChar char="?"/>
            </a:pPr>
            <a:r>
              <a:rPr lang="en-US" sz="3200"/>
              <a:t>modify the history.</a:t>
            </a:r>
            <a:endParaRPr sz="3200"/>
          </a:p>
          <a:p>
            <a:pPr indent="-419100" lvl="1" marL="914400" marR="0" rtl="0" algn="l">
              <a:lnSpc>
                <a:spcPct val="115000"/>
              </a:lnSpc>
              <a:spcBef>
                <a:spcPts val="0"/>
              </a:spcBef>
              <a:spcAft>
                <a:spcPts val="0"/>
              </a:spcAft>
              <a:buSzPts val="3000"/>
              <a:buChar char="?"/>
            </a:pPr>
            <a:r>
              <a:rPr lang="en-US" sz="3200"/>
              <a:t>if squashed {do something}, otherwise {do something else}.</a:t>
            </a:r>
            <a:endParaRPr sz="3200"/>
          </a:p>
          <a:p>
            <a:pPr indent="-419100" lvl="1" marL="914400" marR="0" rtl="0" algn="l">
              <a:lnSpc>
                <a:spcPct val="115000"/>
              </a:lnSpc>
              <a:spcBef>
                <a:spcPts val="0"/>
              </a:spcBef>
              <a:spcAft>
                <a:spcPts val="0"/>
              </a:spcAft>
              <a:buSzPts val="3000"/>
              <a:buChar char="?"/>
            </a:pPr>
            <a:r>
              <a:rPr lang="en-US" sz="3200"/>
              <a:t>calculate PHTIdx using m and n.</a:t>
            </a:r>
            <a:endParaRPr sz="3200"/>
          </a:p>
          <a:p>
            <a:pPr indent="-419100" lvl="1" marL="914400" marR="0" rtl="0" algn="l">
              <a:lnSpc>
                <a:spcPct val="115000"/>
              </a:lnSpc>
              <a:spcBef>
                <a:spcPts val="0"/>
              </a:spcBef>
              <a:spcAft>
                <a:spcPts val="0"/>
              </a:spcAft>
              <a:buSzPts val="3000"/>
              <a:buChar char="?"/>
            </a:pPr>
            <a:r>
              <a:rPr lang="en-US" sz="3200"/>
              <a:t>update PHTCounters accordingly to whether the branch is taken or not.</a:t>
            </a:r>
            <a:endParaRPr sz="3200"/>
          </a:p>
          <a:p>
            <a:pPr indent="-419100" lvl="1" marL="914400" marR="0" rtl="0" algn="l">
              <a:lnSpc>
                <a:spcPct val="115000"/>
              </a:lnSpc>
              <a:spcBef>
                <a:spcPts val="0"/>
              </a:spcBef>
              <a:spcAft>
                <a:spcPts val="0"/>
              </a:spcAft>
              <a:buSzPts val="3000"/>
              <a:buChar char="?"/>
            </a:pPr>
            <a:r>
              <a:rPr lang="en-US" sz="3200"/>
              <a:t>delete the history</a:t>
            </a:r>
            <a:endParaRPr sz="1350">
              <a:highlight>
                <a:srgbClr val="F2F2F2"/>
              </a:highlight>
              <a:latin typeface="Arial"/>
              <a:ea typeface="Arial"/>
              <a:cs typeface="Arial"/>
              <a:sym typeface="Arial"/>
            </a:endParaRPr>
          </a:p>
          <a:p>
            <a:pPr indent="0" lvl="0" marL="0" marR="0" rtl="0" algn="l">
              <a:lnSpc>
                <a:spcPct val="115000"/>
              </a:lnSpc>
              <a:spcBef>
                <a:spcPts val="0"/>
              </a:spcBef>
              <a:spcAft>
                <a:spcPts val="0"/>
              </a:spcAft>
              <a:buNone/>
            </a:pPr>
            <a:r>
              <a:rPr lang="en-US" sz="1350">
                <a:highlight>
                  <a:srgbClr val="F2F2F2"/>
                </a:highlight>
                <a:latin typeface="Arial"/>
                <a:ea typeface="Arial"/>
                <a:cs typeface="Arial"/>
                <a:sym typeface="Arial"/>
              </a:rPr>
              <a:t>.</a:t>
            </a:r>
            <a:endParaRPr sz="1350">
              <a:highlight>
                <a:srgbClr val="F2F2F2"/>
              </a:highlight>
              <a:latin typeface="Arial"/>
              <a:ea typeface="Arial"/>
              <a:cs typeface="Arial"/>
              <a:sym typeface="Arial"/>
            </a:endParaRPr>
          </a:p>
          <a:p>
            <a:pPr indent="0" lvl="0" marL="0" marR="0" rtl="0" algn="l">
              <a:lnSpc>
                <a:spcPct val="115000"/>
              </a:lnSpc>
              <a:spcBef>
                <a:spcPts val="0"/>
              </a:spcBef>
              <a:spcAft>
                <a:spcPts val="0"/>
              </a:spcAft>
              <a:buNone/>
            </a:pPr>
            <a:r>
              <a:t/>
            </a:r>
            <a:endParaRPr sz="3200"/>
          </a:p>
          <a:p>
            <a:pPr indent="-89916" lvl="0" marL="205740" rtl="0" algn="l">
              <a:lnSpc>
                <a:spcPct val="120000"/>
              </a:lnSpc>
              <a:spcBef>
                <a:spcPts val="450"/>
              </a:spcBef>
              <a:spcAft>
                <a:spcPts val="0"/>
              </a:spcAft>
              <a:buSzPts val="1824"/>
              <a:buNone/>
            </a:pPr>
            <a:r>
              <a:t/>
            </a:r>
            <a:endParaRPr sz="2400"/>
          </a:p>
          <a:p>
            <a:pPr indent="-104394" lvl="0" marL="205740" rtl="0" algn="l">
              <a:lnSpc>
                <a:spcPct val="100000"/>
              </a:lnSpc>
              <a:spcBef>
                <a:spcPts val="450"/>
              </a:spcBef>
              <a:spcAft>
                <a:spcPts val="0"/>
              </a:spcAft>
              <a:buSzPts val="1596"/>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0235e6b384_0_28"/>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Tasks in project 2</a:t>
            </a:r>
            <a:endParaRPr/>
          </a:p>
        </p:txBody>
      </p:sp>
      <p:sp>
        <p:nvSpPr>
          <p:cNvPr id="314" name="Google Shape;314;g30235e6b384_0_28"/>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
        <p:nvSpPr>
          <p:cNvPr id="315" name="Google Shape;315;g30235e6b384_0_28"/>
          <p:cNvSpPr txBox="1"/>
          <p:nvPr>
            <p:ph idx="1" type="body"/>
          </p:nvPr>
        </p:nvSpPr>
        <p:spPr>
          <a:xfrm>
            <a:off x="157507" y="1032693"/>
            <a:ext cx="11508900" cy="4792500"/>
          </a:xfrm>
          <a:prstGeom prst="rect">
            <a:avLst/>
          </a:prstGeom>
        </p:spPr>
        <p:txBody>
          <a:bodyPr anchorCtr="0" anchor="t" bIns="45700" lIns="91425" spcFirstLastPara="1" rIns="91425" wrap="square" tIns="45700">
            <a:normAutofit/>
          </a:bodyPr>
          <a:lstStyle/>
          <a:p>
            <a:pPr indent="0" lvl="0" marL="0" rtl="0" algn="l">
              <a:lnSpc>
                <a:spcPct val="103000"/>
              </a:lnSpc>
              <a:spcBef>
                <a:spcPts val="1200"/>
              </a:spcBef>
              <a:spcAft>
                <a:spcPts val="0"/>
              </a:spcAft>
              <a:buClr>
                <a:schemeClr val="dk1"/>
              </a:buClr>
              <a:buSzPts val="1100"/>
              <a:buFont typeface="Arial"/>
              <a:buNone/>
            </a:pPr>
            <a:r>
              <a:rPr lang="en-US" sz="3200">
                <a:solidFill>
                  <a:srgbClr val="002060"/>
                </a:solidFill>
              </a:rPr>
              <a:t>The operations and the no. of bits for each group will be different. The way to find out which configuration is assigned to your group is provided in the file Find_my_configuration.pdf</a:t>
            </a:r>
            <a:endParaRPr b="1" sz="1100">
              <a:latin typeface="Arial"/>
              <a:ea typeface="Arial"/>
              <a:cs typeface="Arial"/>
              <a:sym typeface="Arial"/>
            </a:endParaRPr>
          </a:p>
          <a:p>
            <a:pPr indent="0" lvl="0" marL="0" rtl="0" algn="l">
              <a:spcBef>
                <a:spcPts val="1000"/>
              </a:spcBef>
              <a:spcAft>
                <a:spcPts val="0"/>
              </a:spcAft>
              <a:buNone/>
            </a:pPr>
            <a:r>
              <a:t/>
            </a:r>
            <a:endParaRPr/>
          </a:p>
          <a:p>
            <a:pPr indent="0" lvl="0" marL="0" rtl="0" algn="l">
              <a:spcBef>
                <a:spcPts val="450"/>
              </a:spcBef>
              <a:spcAft>
                <a:spcPts val="0"/>
              </a:spcAft>
              <a:buNone/>
            </a:pPr>
            <a:r>
              <a:t/>
            </a:r>
            <a:endParaRPr/>
          </a:p>
          <a:p>
            <a:pPr indent="0" lvl="0" marL="0" rtl="0" algn="ctr">
              <a:spcBef>
                <a:spcPts val="450"/>
              </a:spcBef>
              <a:spcAft>
                <a:spcPts val="0"/>
              </a:spcAft>
              <a:buNone/>
            </a:pPr>
            <a:r>
              <a:rPr lang="en-US" sz="3000">
                <a:solidFill>
                  <a:srgbClr val="002060"/>
                </a:solidFill>
              </a:rPr>
              <a:t>Group_leaders_asu_id%18 = configuration. </a:t>
            </a:r>
            <a:endParaRPr sz="3000">
              <a:solidFill>
                <a:srgbClr val="002060"/>
              </a:solidFill>
            </a:endParaRPr>
          </a:p>
          <a:p>
            <a:pPr indent="0" lvl="0" marL="0" rtl="0" algn="ctr">
              <a:spcBef>
                <a:spcPts val="450"/>
              </a:spcBef>
              <a:spcAft>
                <a:spcPts val="0"/>
              </a:spcAft>
              <a:buNone/>
            </a:pPr>
            <a:r>
              <a:t/>
            </a:r>
            <a:endParaRPr sz="3000">
              <a:solidFill>
                <a:srgbClr val="002060"/>
              </a:solidFill>
            </a:endParaRPr>
          </a:p>
          <a:p>
            <a:pPr indent="0" lvl="0" marL="0" rtl="0" algn="l">
              <a:spcBef>
                <a:spcPts val="450"/>
              </a:spcBef>
              <a:spcAft>
                <a:spcPts val="0"/>
              </a:spcAft>
              <a:buNone/>
            </a:pPr>
            <a:r>
              <a:rPr lang="en-US" sz="3000">
                <a:solidFill>
                  <a:srgbClr val="002060"/>
                </a:solidFill>
              </a:rPr>
              <a:t>Once the implementation is done rebuild gem5. </a:t>
            </a:r>
            <a:r>
              <a:rPr lang="en-US" sz="1800">
                <a:solidFill>
                  <a:srgbClr val="002060"/>
                </a:solidFill>
              </a:rPr>
              <a:t>(Commands provided in instructions)</a:t>
            </a:r>
            <a:endParaRPr sz="1800">
              <a:solidFill>
                <a:srgbClr val="00206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02481d6316_0_20"/>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Tasks in project 2</a:t>
            </a:r>
            <a:endParaRPr/>
          </a:p>
        </p:txBody>
      </p:sp>
      <p:sp>
        <p:nvSpPr>
          <p:cNvPr id="322" name="Google Shape;322;g302481d6316_0_20"/>
          <p:cNvSpPr txBox="1"/>
          <p:nvPr>
            <p:ph idx="1" type="body"/>
          </p:nvPr>
        </p:nvSpPr>
        <p:spPr>
          <a:xfrm>
            <a:off x="157507" y="1032693"/>
            <a:ext cx="11508900" cy="4792500"/>
          </a:xfrm>
          <a:prstGeom prst="rect">
            <a:avLst/>
          </a:prstGeom>
        </p:spPr>
        <p:txBody>
          <a:bodyPr anchorCtr="0" anchor="t" bIns="45700" lIns="91425" spcFirstLastPara="1" rIns="91425" wrap="square" tIns="45700">
            <a:normAutofit/>
          </a:bodyPr>
          <a:lstStyle/>
          <a:p>
            <a:pPr indent="-431800" lvl="0" marL="457200" rtl="0" algn="l">
              <a:lnSpc>
                <a:spcPct val="103000"/>
              </a:lnSpc>
              <a:spcBef>
                <a:spcPts val="1200"/>
              </a:spcBef>
              <a:spcAft>
                <a:spcPts val="0"/>
              </a:spcAft>
              <a:buClr>
                <a:srgbClr val="002060"/>
              </a:buClr>
              <a:buSzPts val="3200"/>
              <a:buAutoNum type="arabicPeriod" startAt="4"/>
            </a:pPr>
            <a:r>
              <a:rPr lang="en-US" sz="3200">
                <a:solidFill>
                  <a:srgbClr val="002060"/>
                </a:solidFill>
              </a:rPr>
              <a:t>Run the benchmarks to test your branch predictor. </a:t>
            </a:r>
            <a:endParaRPr sz="3200">
              <a:solidFill>
                <a:srgbClr val="002060"/>
              </a:solidFill>
            </a:endParaRPr>
          </a:p>
          <a:p>
            <a:pPr indent="-431800" lvl="1" marL="914400" rtl="0" algn="l">
              <a:lnSpc>
                <a:spcPct val="103000"/>
              </a:lnSpc>
              <a:spcBef>
                <a:spcPts val="0"/>
              </a:spcBef>
              <a:spcAft>
                <a:spcPts val="0"/>
              </a:spcAft>
              <a:buClr>
                <a:srgbClr val="002060"/>
              </a:buClr>
              <a:buSzPts val="3200"/>
              <a:buAutoNum type="alphaLcPeriod"/>
            </a:pPr>
            <a:r>
              <a:rPr lang="en-US" sz="3200"/>
              <a:t>Run the benchmark from the main “gem5” folder.</a:t>
            </a:r>
            <a:endParaRPr sz="3200"/>
          </a:p>
          <a:p>
            <a:pPr indent="0" lvl="0" marL="914400" rtl="0" algn="l">
              <a:lnSpc>
                <a:spcPct val="103000"/>
              </a:lnSpc>
              <a:spcBef>
                <a:spcPts val="1200"/>
              </a:spcBef>
              <a:spcAft>
                <a:spcPts val="1000"/>
              </a:spcAft>
              <a:buNone/>
            </a:pPr>
            <a:r>
              <a:rPr lang="en-US" sz="2400"/>
              <a:t>(Commands provided in the instructions)</a:t>
            </a:r>
            <a:endParaRPr sz="2400"/>
          </a:p>
        </p:txBody>
      </p:sp>
      <p:sp>
        <p:nvSpPr>
          <p:cNvPr id="323" name="Google Shape;323;g302481d6316_0_20"/>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0235e6b384_0_35"/>
          <p:cNvSpPr txBox="1"/>
          <p:nvPr>
            <p:ph type="title"/>
          </p:nvPr>
        </p:nvSpPr>
        <p:spPr>
          <a:xfrm>
            <a:off x="0" y="0"/>
            <a:ext cx="12192000" cy="816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Clr>
                <a:srgbClr val="000066"/>
              </a:buClr>
              <a:buSzPts val="2400"/>
              <a:buFont typeface="Candara"/>
              <a:buNone/>
            </a:pPr>
            <a:r>
              <a:rPr lang="en-US" sz="2400"/>
              <a:t>After populating all folders with their stats, zip Project2-Submission and submit it to Canvas.</a:t>
            </a:r>
            <a:endParaRPr/>
          </a:p>
        </p:txBody>
      </p:sp>
      <p:sp>
        <p:nvSpPr>
          <p:cNvPr id="330" name="Google Shape;330;g30235e6b384_0_35"/>
          <p:cNvSpPr txBox="1"/>
          <p:nvPr>
            <p:ph idx="12" type="sldNum"/>
          </p:nvPr>
        </p:nvSpPr>
        <p:spPr>
          <a:xfrm>
            <a:off x="886951" y="6338389"/>
            <a:ext cx="1261200" cy="36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
        <p:nvSpPr>
          <p:cNvPr id="331" name="Google Shape;331;g30235e6b384_0_35"/>
          <p:cNvSpPr/>
          <p:nvPr/>
        </p:nvSpPr>
        <p:spPr>
          <a:xfrm>
            <a:off x="617350" y="917225"/>
            <a:ext cx="9387600" cy="50694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ndara"/>
              <a:ea typeface="Candara"/>
              <a:cs typeface="Candara"/>
              <a:sym typeface="Candara"/>
            </a:endParaRPr>
          </a:p>
        </p:txBody>
      </p:sp>
      <p:sp>
        <p:nvSpPr>
          <p:cNvPr id="332" name="Google Shape;332;g30235e6b384_0_35"/>
          <p:cNvSpPr/>
          <p:nvPr/>
        </p:nvSpPr>
        <p:spPr>
          <a:xfrm>
            <a:off x="886950" y="1640550"/>
            <a:ext cx="8694600" cy="4219200"/>
          </a:xfrm>
          <a:prstGeom prst="roundRect">
            <a:avLst>
              <a:gd fmla="val 16667" name="adj"/>
            </a:avLst>
          </a:prstGeom>
          <a:solidFill>
            <a:schemeClr val="accent3"/>
          </a:solidFill>
          <a:ln cap="flat" cmpd="sng" w="9525">
            <a:solidFill>
              <a:srgbClr val="8BA1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ndara"/>
              <a:ea typeface="Candara"/>
              <a:cs typeface="Candara"/>
              <a:sym typeface="Candara"/>
            </a:endParaRPr>
          </a:p>
        </p:txBody>
      </p:sp>
      <p:sp>
        <p:nvSpPr>
          <p:cNvPr id="333" name="Google Shape;333;g30235e6b384_0_35"/>
          <p:cNvSpPr/>
          <p:nvPr/>
        </p:nvSpPr>
        <p:spPr>
          <a:xfrm>
            <a:off x="5205225" y="1013025"/>
            <a:ext cx="1143000" cy="58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ndara"/>
                <a:ea typeface="Candara"/>
                <a:cs typeface="Candara"/>
                <a:sym typeface="Candara"/>
              </a:rPr>
              <a:t>benchmarks</a:t>
            </a:r>
            <a:endParaRPr>
              <a:latin typeface="Candara"/>
              <a:ea typeface="Candara"/>
              <a:cs typeface="Candara"/>
              <a:sym typeface="Candara"/>
            </a:endParaRPr>
          </a:p>
        </p:txBody>
      </p:sp>
      <p:sp>
        <p:nvSpPr>
          <p:cNvPr id="334" name="Google Shape;334;g30235e6b384_0_35"/>
          <p:cNvSpPr/>
          <p:nvPr/>
        </p:nvSpPr>
        <p:spPr>
          <a:xfrm>
            <a:off x="6415225" y="1013013"/>
            <a:ext cx="1143000" cy="58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ndara"/>
                <a:ea typeface="Candara"/>
                <a:cs typeface="Candara"/>
                <a:sym typeface="Candara"/>
              </a:rPr>
              <a:t>gem5 source code</a:t>
            </a:r>
            <a:endParaRPr>
              <a:latin typeface="Candara"/>
              <a:ea typeface="Candara"/>
              <a:cs typeface="Candara"/>
              <a:sym typeface="Candara"/>
            </a:endParaRPr>
          </a:p>
        </p:txBody>
      </p:sp>
      <p:sp>
        <p:nvSpPr>
          <p:cNvPr id="335" name="Google Shape;335;g30235e6b384_0_35"/>
          <p:cNvSpPr/>
          <p:nvPr/>
        </p:nvSpPr>
        <p:spPr>
          <a:xfrm>
            <a:off x="7625225" y="1013025"/>
            <a:ext cx="1143000" cy="58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ndara"/>
                <a:ea typeface="Candara"/>
                <a:cs typeface="Candara"/>
                <a:sym typeface="Candara"/>
              </a:rPr>
              <a:t>other gem5 files</a:t>
            </a:r>
            <a:endParaRPr>
              <a:latin typeface="Candara"/>
              <a:ea typeface="Candara"/>
              <a:cs typeface="Candara"/>
              <a:sym typeface="Candara"/>
            </a:endParaRPr>
          </a:p>
        </p:txBody>
      </p:sp>
      <p:sp>
        <p:nvSpPr>
          <p:cNvPr id="336" name="Google Shape;336;g30235e6b384_0_35"/>
          <p:cNvSpPr/>
          <p:nvPr/>
        </p:nvSpPr>
        <p:spPr>
          <a:xfrm>
            <a:off x="7163125" y="3042775"/>
            <a:ext cx="1788600" cy="58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Candara"/>
                <a:ea typeface="Candara"/>
                <a:cs typeface="Candara"/>
                <a:sym typeface="Candara"/>
              </a:rPr>
              <a:t>custom.hh</a:t>
            </a:r>
            <a:endParaRPr sz="1800">
              <a:latin typeface="Candara"/>
              <a:ea typeface="Candara"/>
              <a:cs typeface="Candara"/>
              <a:sym typeface="Candara"/>
            </a:endParaRPr>
          </a:p>
        </p:txBody>
      </p:sp>
      <p:sp>
        <p:nvSpPr>
          <p:cNvPr id="337" name="Google Shape;337;g30235e6b384_0_35"/>
          <p:cNvSpPr/>
          <p:nvPr/>
        </p:nvSpPr>
        <p:spPr>
          <a:xfrm>
            <a:off x="6020125" y="2165200"/>
            <a:ext cx="1788600" cy="58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Candara"/>
                <a:ea typeface="Candara"/>
                <a:cs typeface="Candara"/>
                <a:sym typeface="Candara"/>
              </a:rPr>
              <a:t>custom.cc</a:t>
            </a:r>
            <a:endParaRPr sz="1800">
              <a:latin typeface="Candara"/>
              <a:ea typeface="Candara"/>
              <a:cs typeface="Candara"/>
              <a:sym typeface="Candara"/>
            </a:endParaRPr>
          </a:p>
        </p:txBody>
      </p:sp>
      <p:sp>
        <p:nvSpPr>
          <p:cNvPr id="338" name="Google Shape;338;g30235e6b384_0_35"/>
          <p:cNvSpPr txBox="1"/>
          <p:nvPr/>
        </p:nvSpPr>
        <p:spPr>
          <a:xfrm>
            <a:off x="3393750" y="1013013"/>
            <a:ext cx="126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lt1"/>
                </a:solidFill>
                <a:latin typeface="Candara"/>
                <a:ea typeface="Candara"/>
                <a:cs typeface="Candara"/>
                <a:sym typeface="Candara"/>
              </a:rPr>
              <a:t>gem5</a:t>
            </a:r>
            <a:endParaRPr sz="1600">
              <a:solidFill>
                <a:schemeClr val="lt1"/>
              </a:solidFill>
              <a:latin typeface="Candara"/>
              <a:ea typeface="Candara"/>
              <a:cs typeface="Candara"/>
              <a:sym typeface="Candara"/>
            </a:endParaRPr>
          </a:p>
        </p:txBody>
      </p:sp>
      <p:sp>
        <p:nvSpPr>
          <p:cNvPr id="339" name="Google Shape;339;g30235e6b384_0_35"/>
          <p:cNvSpPr txBox="1"/>
          <p:nvPr/>
        </p:nvSpPr>
        <p:spPr>
          <a:xfrm>
            <a:off x="3365575" y="1552225"/>
            <a:ext cx="1950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1"/>
                </a:solidFill>
                <a:latin typeface="Candara"/>
                <a:ea typeface="Candara"/>
                <a:cs typeface="Candara"/>
                <a:sym typeface="Candara"/>
              </a:rPr>
              <a:t>Project2-Submission</a:t>
            </a:r>
            <a:endParaRPr sz="1600">
              <a:solidFill>
                <a:schemeClr val="dk1"/>
              </a:solidFill>
              <a:latin typeface="Candara"/>
              <a:ea typeface="Candara"/>
              <a:cs typeface="Candara"/>
              <a:sym typeface="Candara"/>
            </a:endParaRPr>
          </a:p>
        </p:txBody>
      </p:sp>
      <p:grpSp>
        <p:nvGrpSpPr>
          <p:cNvPr id="340" name="Google Shape;340;g30235e6b384_0_35"/>
          <p:cNvGrpSpPr/>
          <p:nvPr/>
        </p:nvGrpSpPr>
        <p:grpSpPr>
          <a:xfrm>
            <a:off x="1220900" y="1966664"/>
            <a:ext cx="4021500" cy="1658100"/>
            <a:chOff x="1220900" y="1966664"/>
            <a:chExt cx="4021500" cy="1658100"/>
          </a:xfrm>
        </p:grpSpPr>
        <p:sp>
          <p:nvSpPr>
            <p:cNvPr id="341" name="Google Shape;341;g30235e6b384_0_35"/>
            <p:cNvSpPr/>
            <p:nvPr/>
          </p:nvSpPr>
          <p:spPr>
            <a:xfrm>
              <a:off x="1220900" y="1966664"/>
              <a:ext cx="4021500" cy="1658100"/>
            </a:xfrm>
            <a:prstGeom prst="roundRect">
              <a:avLst>
                <a:gd fmla="val 16667" name="adj"/>
              </a:avLst>
            </a:prstGeom>
            <a:solidFill>
              <a:schemeClr val="accent5"/>
            </a:solidFill>
            <a:ln cap="flat" cmpd="sng" w="9525">
              <a:solidFill>
                <a:srgbClr val="8BA1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ndara"/>
                <a:ea typeface="Candara"/>
                <a:cs typeface="Candara"/>
                <a:sym typeface="Candara"/>
              </a:endParaRPr>
            </a:p>
          </p:txBody>
        </p:sp>
        <p:sp>
          <p:nvSpPr>
            <p:cNvPr id="342" name="Google Shape;342;g30235e6b384_0_35"/>
            <p:cNvSpPr/>
            <p:nvPr/>
          </p:nvSpPr>
          <p:spPr>
            <a:xfrm>
              <a:off x="1422000" y="2377838"/>
              <a:ext cx="3726000" cy="1187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ndara"/>
                <a:ea typeface="Candara"/>
                <a:cs typeface="Candara"/>
                <a:sym typeface="Candara"/>
              </a:endParaRPr>
            </a:p>
          </p:txBody>
        </p:sp>
        <p:sp>
          <p:nvSpPr>
            <p:cNvPr id="343" name="Google Shape;343;g30235e6b384_0_35"/>
            <p:cNvSpPr/>
            <p:nvPr/>
          </p:nvSpPr>
          <p:spPr>
            <a:xfrm>
              <a:off x="3797300" y="2927763"/>
              <a:ext cx="1068000" cy="5172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Candara"/>
                  <a:ea typeface="Candara"/>
                  <a:cs typeface="Candara"/>
                  <a:sym typeface="Candara"/>
                </a:rPr>
                <a:t>stats.txt</a:t>
              </a:r>
              <a:endParaRPr>
                <a:solidFill>
                  <a:schemeClr val="lt1"/>
                </a:solidFill>
                <a:latin typeface="Candara"/>
                <a:ea typeface="Candara"/>
                <a:cs typeface="Candara"/>
                <a:sym typeface="Candara"/>
              </a:endParaRPr>
            </a:p>
          </p:txBody>
        </p:sp>
        <p:sp>
          <p:nvSpPr>
            <p:cNvPr id="344" name="Google Shape;344;g30235e6b384_0_35"/>
            <p:cNvSpPr txBox="1"/>
            <p:nvPr/>
          </p:nvSpPr>
          <p:spPr>
            <a:xfrm>
              <a:off x="1684850" y="1998388"/>
              <a:ext cx="1068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lt1"/>
                  </a:solidFill>
                  <a:latin typeface="Candara"/>
                  <a:ea typeface="Candara"/>
                  <a:cs typeface="Candara"/>
                  <a:sym typeface="Candara"/>
                </a:rPr>
                <a:t>Problem 1</a:t>
              </a:r>
              <a:endParaRPr sz="1600">
                <a:solidFill>
                  <a:schemeClr val="lt1"/>
                </a:solidFill>
                <a:latin typeface="Candara"/>
                <a:ea typeface="Candara"/>
                <a:cs typeface="Candara"/>
                <a:sym typeface="Candara"/>
              </a:endParaRPr>
            </a:p>
          </p:txBody>
        </p:sp>
        <p:sp>
          <p:nvSpPr>
            <p:cNvPr id="345" name="Google Shape;345;g30235e6b384_0_35"/>
            <p:cNvSpPr txBox="1"/>
            <p:nvPr/>
          </p:nvSpPr>
          <p:spPr>
            <a:xfrm>
              <a:off x="1749175" y="2429488"/>
              <a:ext cx="1068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1"/>
                  </a:solidFill>
                  <a:latin typeface="Candara"/>
                  <a:ea typeface="Candara"/>
                  <a:cs typeface="Candara"/>
                  <a:sym typeface="Candara"/>
                </a:rPr>
                <a:t>conf</a:t>
              </a:r>
              <a:r>
                <a:rPr lang="en-US" sz="1600">
                  <a:solidFill>
                    <a:schemeClr val="dk1"/>
                  </a:solidFill>
                  <a:latin typeface="Candara"/>
                  <a:ea typeface="Candara"/>
                  <a:cs typeface="Candara"/>
                  <a:sym typeface="Candara"/>
                </a:rPr>
                <a:t>1</a:t>
              </a:r>
              <a:endParaRPr sz="1600">
                <a:solidFill>
                  <a:schemeClr val="dk1"/>
                </a:solidFill>
                <a:latin typeface="Candara"/>
                <a:ea typeface="Candara"/>
                <a:cs typeface="Candara"/>
                <a:sym typeface="Candara"/>
              </a:endParaRPr>
            </a:p>
          </p:txBody>
        </p:sp>
        <p:sp>
          <p:nvSpPr>
            <p:cNvPr id="346" name="Google Shape;346;g30235e6b384_0_35"/>
            <p:cNvSpPr/>
            <p:nvPr/>
          </p:nvSpPr>
          <p:spPr>
            <a:xfrm>
              <a:off x="1494350" y="2931838"/>
              <a:ext cx="1068000" cy="5172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Candara"/>
                  <a:ea typeface="Candara"/>
                  <a:cs typeface="Candara"/>
                  <a:sym typeface="Candara"/>
                </a:rPr>
                <a:t>config.ini</a:t>
              </a:r>
              <a:endParaRPr>
                <a:solidFill>
                  <a:schemeClr val="lt1"/>
                </a:solidFill>
                <a:latin typeface="Candara"/>
                <a:ea typeface="Candara"/>
                <a:cs typeface="Candara"/>
                <a:sym typeface="Candara"/>
              </a:endParaRPr>
            </a:p>
          </p:txBody>
        </p:sp>
        <p:sp>
          <p:nvSpPr>
            <p:cNvPr id="347" name="Google Shape;347;g30235e6b384_0_35"/>
            <p:cNvSpPr/>
            <p:nvPr/>
          </p:nvSpPr>
          <p:spPr>
            <a:xfrm>
              <a:off x="2645825" y="2927763"/>
              <a:ext cx="1068000" cy="5172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Candara"/>
                  <a:ea typeface="Candara"/>
                  <a:cs typeface="Candara"/>
                  <a:sym typeface="Candara"/>
                </a:rPr>
                <a:t>config.json</a:t>
              </a:r>
              <a:endParaRPr>
                <a:solidFill>
                  <a:schemeClr val="lt1"/>
                </a:solidFill>
                <a:latin typeface="Candara"/>
                <a:ea typeface="Candara"/>
                <a:cs typeface="Candara"/>
                <a:sym typeface="Candara"/>
              </a:endParaRPr>
            </a:p>
          </p:txBody>
        </p:sp>
      </p:grpSp>
      <p:grpSp>
        <p:nvGrpSpPr>
          <p:cNvPr id="348" name="Google Shape;348;g30235e6b384_0_35"/>
          <p:cNvGrpSpPr/>
          <p:nvPr/>
        </p:nvGrpSpPr>
        <p:grpSpPr>
          <a:xfrm>
            <a:off x="1220900" y="3847664"/>
            <a:ext cx="4021500" cy="1658100"/>
            <a:chOff x="1220900" y="3847664"/>
            <a:chExt cx="4021500" cy="1658100"/>
          </a:xfrm>
        </p:grpSpPr>
        <p:sp>
          <p:nvSpPr>
            <p:cNvPr id="349" name="Google Shape;349;g30235e6b384_0_35"/>
            <p:cNvSpPr/>
            <p:nvPr/>
          </p:nvSpPr>
          <p:spPr>
            <a:xfrm>
              <a:off x="1220900" y="3847664"/>
              <a:ext cx="4021500" cy="1658100"/>
            </a:xfrm>
            <a:prstGeom prst="roundRect">
              <a:avLst>
                <a:gd fmla="val 16667" name="adj"/>
              </a:avLst>
            </a:prstGeom>
            <a:solidFill>
              <a:schemeClr val="accent5"/>
            </a:solidFill>
            <a:ln cap="flat" cmpd="sng" w="9525">
              <a:solidFill>
                <a:srgbClr val="8BA1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ndara"/>
                <a:ea typeface="Candara"/>
                <a:cs typeface="Candara"/>
                <a:sym typeface="Candara"/>
              </a:endParaRPr>
            </a:p>
          </p:txBody>
        </p:sp>
        <p:sp>
          <p:nvSpPr>
            <p:cNvPr id="350" name="Google Shape;350;g30235e6b384_0_35"/>
            <p:cNvSpPr/>
            <p:nvPr/>
          </p:nvSpPr>
          <p:spPr>
            <a:xfrm>
              <a:off x="1422000" y="4258838"/>
              <a:ext cx="3726000" cy="1187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ndara"/>
                <a:ea typeface="Candara"/>
                <a:cs typeface="Candara"/>
                <a:sym typeface="Candara"/>
              </a:endParaRPr>
            </a:p>
          </p:txBody>
        </p:sp>
        <p:sp>
          <p:nvSpPr>
            <p:cNvPr id="351" name="Google Shape;351;g30235e6b384_0_35"/>
            <p:cNvSpPr/>
            <p:nvPr/>
          </p:nvSpPr>
          <p:spPr>
            <a:xfrm>
              <a:off x="3797300" y="4808763"/>
              <a:ext cx="1068000" cy="5172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Candara"/>
                  <a:ea typeface="Candara"/>
                  <a:cs typeface="Candara"/>
                  <a:sym typeface="Candara"/>
                </a:rPr>
                <a:t>stats.txt</a:t>
              </a:r>
              <a:endParaRPr>
                <a:solidFill>
                  <a:schemeClr val="lt1"/>
                </a:solidFill>
                <a:latin typeface="Candara"/>
                <a:ea typeface="Candara"/>
                <a:cs typeface="Candara"/>
                <a:sym typeface="Candara"/>
              </a:endParaRPr>
            </a:p>
          </p:txBody>
        </p:sp>
        <p:sp>
          <p:nvSpPr>
            <p:cNvPr id="352" name="Google Shape;352;g30235e6b384_0_35"/>
            <p:cNvSpPr txBox="1"/>
            <p:nvPr/>
          </p:nvSpPr>
          <p:spPr>
            <a:xfrm>
              <a:off x="1684850" y="3879388"/>
              <a:ext cx="1068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lt1"/>
                  </a:solidFill>
                  <a:latin typeface="Candara"/>
                  <a:ea typeface="Candara"/>
                  <a:cs typeface="Candara"/>
                  <a:sym typeface="Candara"/>
                </a:rPr>
                <a:t>Problem 2</a:t>
              </a:r>
              <a:endParaRPr sz="1600">
                <a:solidFill>
                  <a:schemeClr val="lt1"/>
                </a:solidFill>
                <a:latin typeface="Candara"/>
                <a:ea typeface="Candara"/>
                <a:cs typeface="Candara"/>
                <a:sym typeface="Candara"/>
              </a:endParaRPr>
            </a:p>
          </p:txBody>
        </p:sp>
        <p:sp>
          <p:nvSpPr>
            <p:cNvPr id="353" name="Google Shape;353;g30235e6b384_0_35"/>
            <p:cNvSpPr txBox="1"/>
            <p:nvPr/>
          </p:nvSpPr>
          <p:spPr>
            <a:xfrm>
              <a:off x="1749175" y="4310488"/>
              <a:ext cx="1068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1"/>
                  </a:solidFill>
                  <a:latin typeface="Candara"/>
                  <a:ea typeface="Candara"/>
                  <a:cs typeface="Candara"/>
                  <a:sym typeface="Candara"/>
                </a:rPr>
                <a:t>conf1</a:t>
              </a:r>
              <a:endParaRPr sz="1600">
                <a:solidFill>
                  <a:schemeClr val="dk1"/>
                </a:solidFill>
                <a:latin typeface="Candara"/>
                <a:ea typeface="Candara"/>
                <a:cs typeface="Candara"/>
                <a:sym typeface="Candara"/>
              </a:endParaRPr>
            </a:p>
          </p:txBody>
        </p:sp>
        <p:sp>
          <p:nvSpPr>
            <p:cNvPr id="354" name="Google Shape;354;g30235e6b384_0_35"/>
            <p:cNvSpPr/>
            <p:nvPr/>
          </p:nvSpPr>
          <p:spPr>
            <a:xfrm>
              <a:off x="1494350" y="4812838"/>
              <a:ext cx="1068000" cy="5172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Candara"/>
                  <a:ea typeface="Candara"/>
                  <a:cs typeface="Candara"/>
                  <a:sym typeface="Candara"/>
                </a:rPr>
                <a:t>config.ini</a:t>
              </a:r>
              <a:endParaRPr>
                <a:solidFill>
                  <a:schemeClr val="lt1"/>
                </a:solidFill>
                <a:latin typeface="Candara"/>
                <a:ea typeface="Candara"/>
                <a:cs typeface="Candara"/>
                <a:sym typeface="Candara"/>
              </a:endParaRPr>
            </a:p>
          </p:txBody>
        </p:sp>
        <p:sp>
          <p:nvSpPr>
            <p:cNvPr id="355" name="Google Shape;355;g30235e6b384_0_35"/>
            <p:cNvSpPr/>
            <p:nvPr/>
          </p:nvSpPr>
          <p:spPr>
            <a:xfrm>
              <a:off x="2645825" y="4808763"/>
              <a:ext cx="1068000" cy="5172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Candara"/>
                  <a:ea typeface="Candara"/>
                  <a:cs typeface="Candara"/>
                  <a:sym typeface="Candara"/>
                </a:rPr>
                <a:t>config.json</a:t>
              </a:r>
              <a:endParaRPr>
                <a:solidFill>
                  <a:schemeClr val="lt1"/>
                </a:solidFill>
                <a:latin typeface="Candara"/>
                <a:ea typeface="Candara"/>
                <a:cs typeface="Candara"/>
                <a:sym typeface="Candara"/>
              </a:endParaRPr>
            </a:p>
          </p:txBody>
        </p:sp>
      </p:grpSp>
      <p:grpSp>
        <p:nvGrpSpPr>
          <p:cNvPr id="356" name="Google Shape;356;g30235e6b384_0_35"/>
          <p:cNvGrpSpPr/>
          <p:nvPr/>
        </p:nvGrpSpPr>
        <p:grpSpPr>
          <a:xfrm>
            <a:off x="5483825" y="3847664"/>
            <a:ext cx="4021500" cy="1658100"/>
            <a:chOff x="5483825" y="3847664"/>
            <a:chExt cx="4021500" cy="1658100"/>
          </a:xfrm>
        </p:grpSpPr>
        <p:sp>
          <p:nvSpPr>
            <p:cNvPr id="357" name="Google Shape;357;g30235e6b384_0_35"/>
            <p:cNvSpPr/>
            <p:nvPr/>
          </p:nvSpPr>
          <p:spPr>
            <a:xfrm>
              <a:off x="5483825" y="3847664"/>
              <a:ext cx="4021500" cy="1658100"/>
            </a:xfrm>
            <a:prstGeom prst="roundRect">
              <a:avLst>
                <a:gd fmla="val 16667" name="adj"/>
              </a:avLst>
            </a:prstGeom>
            <a:solidFill>
              <a:schemeClr val="accent5"/>
            </a:solidFill>
            <a:ln cap="flat" cmpd="sng" w="9525">
              <a:solidFill>
                <a:srgbClr val="8BA1B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ndara"/>
                <a:ea typeface="Candara"/>
                <a:cs typeface="Candara"/>
                <a:sym typeface="Candara"/>
              </a:endParaRPr>
            </a:p>
          </p:txBody>
        </p:sp>
        <p:sp>
          <p:nvSpPr>
            <p:cNvPr id="358" name="Google Shape;358;g30235e6b384_0_35"/>
            <p:cNvSpPr/>
            <p:nvPr/>
          </p:nvSpPr>
          <p:spPr>
            <a:xfrm>
              <a:off x="5684925" y="4258838"/>
              <a:ext cx="3726000" cy="1187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ndara"/>
                <a:ea typeface="Candara"/>
                <a:cs typeface="Candara"/>
                <a:sym typeface="Candara"/>
              </a:endParaRPr>
            </a:p>
          </p:txBody>
        </p:sp>
        <p:sp>
          <p:nvSpPr>
            <p:cNvPr id="359" name="Google Shape;359;g30235e6b384_0_35"/>
            <p:cNvSpPr/>
            <p:nvPr/>
          </p:nvSpPr>
          <p:spPr>
            <a:xfrm>
              <a:off x="8060225" y="4808763"/>
              <a:ext cx="1068000" cy="5172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Candara"/>
                  <a:ea typeface="Candara"/>
                  <a:cs typeface="Candara"/>
                  <a:sym typeface="Candara"/>
                </a:rPr>
                <a:t>stats.txt</a:t>
              </a:r>
              <a:endParaRPr>
                <a:solidFill>
                  <a:schemeClr val="lt1"/>
                </a:solidFill>
                <a:latin typeface="Candara"/>
                <a:ea typeface="Candara"/>
                <a:cs typeface="Candara"/>
                <a:sym typeface="Candara"/>
              </a:endParaRPr>
            </a:p>
          </p:txBody>
        </p:sp>
        <p:sp>
          <p:nvSpPr>
            <p:cNvPr id="360" name="Google Shape;360;g30235e6b384_0_35"/>
            <p:cNvSpPr txBox="1"/>
            <p:nvPr/>
          </p:nvSpPr>
          <p:spPr>
            <a:xfrm>
              <a:off x="5947775" y="3879388"/>
              <a:ext cx="1068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lt1"/>
                  </a:solidFill>
                  <a:latin typeface="Candara"/>
                  <a:ea typeface="Candara"/>
                  <a:cs typeface="Candara"/>
                  <a:sym typeface="Candara"/>
                </a:rPr>
                <a:t>Problem 3</a:t>
              </a:r>
              <a:endParaRPr sz="1600">
                <a:solidFill>
                  <a:schemeClr val="lt1"/>
                </a:solidFill>
                <a:latin typeface="Candara"/>
                <a:ea typeface="Candara"/>
                <a:cs typeface="Candara"/>
                <a:sym typeface="Candara"/>
              </a:endParaRPr>
            </a:p>
          </p:txBody>
        </p:sp>
        <p:sp>
          <p:nvSpPr>
            <p:cNvPr id="361" name="Google Shape;361;g30235e6b384_0_35"/>
            <p:cNvSpPr txBox="1"/>
            <p:nvPr/>
          </p:nvSpPr>
          <p:spPr>
            <a:xfrm>
              <a:off x="6012100" y="4310488"/>
              <a:ext cx="1068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solidFill>
                    <a:schemeClr val="dk1"/>
                  </a:solidFill>
                  <a:latin typeface="Candara"/>
                  <a:ea typeface="Candara"/>
                  <a:cs typeface="Candara"/>
                  <a:sym typeface="Candara"/>
                </a:rPr>
                <a:t>conf1</a:t>
              </a:r>
              <a:endParaRPr sz="1600">
                <a:solidFill>
                  <a:schemeClr val="dk1"/>
                </a:solidFill>
                <a:latin typeface="Candara"/>
                <a:ea typeface="Candara"/>
                <a:cs typeface="Candara"/>
                <a:sym typeface="Candara"/>
              </a:endParaRPr>
            </a:p>
          </p:txBody>
        </p:sp>
        <p:sp>
          <p:nvSpPr>
            <p:cNvPr id="362" name="Google Shape;362;g30235e6b384_0_35"/>
            <p:cNvSpPr/>
            <p:nvPr/>
          </p:nvSpPr>
          <p:spPr>
            <a:xfrm>
              <a:off x="5757275" y="4812838"/>
              <a:ext cx="1068000" cy="5172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Candara"/>
                  <a:ea typeface="Candara"/>
                  <a:cs typeface="Candara"/>
                  <a:sym typeface="Candara"/>
                </a:rPr>
                <a:t>config.ini</a:t>
              </a:r>
              <a:endParaRPr>
                <a:solidFill>
                  <a:schemeClr val="lt1"/>
                </a:solidFill>
                <a:latin typeface="Candara"/>
                <a:ea typeface="Candara"/>
                <a:cs typeface="Candara"/>
                <a:sym typeface="Candara"/>
              </a:endParaRPr>
            </a:p>
          </p:txBody>
        </p:sp>
        <p:sp>
          <p:nvSpPr>
            <p:cNvPr id="363" name="Google Shape;363;g30235e6b384_0_35"/>
            <p:cNvSpPr/>
            <p:nvPr/>
          </p:nvSpPr>
          <p:spPr>
            <a:xfrm>
              <a:off x="6908750" y="4808763"/>
              <a:ext cx="1068000" cy="5172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Candara"/>
                  <a:ea typeface="Candara"/>
                  <a:cs typeface="Candara"/>
                  <a:sym typeface="Candara"/>
                </a:rPr>
                <a:t>config.json</a:t>
              </a:r>
              <a:endParaRPr>
                <a:solidFill>
                  <a:schemeClr val="lt1"/>
                </a:solidFill>
                <a:latin typeface="Candara"/>
                <a:ea typeface="Candara"/>
                <a:cs typeface="Candara"/>
                <a:sym typeface="Candara"/>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02481d6316_1_28"/>
          <p:cNvSpPr txBox="1"/>
          <p:nvPr>
            <p:ph type="title"/>
          </p:nvPr>
        </p:nvSpPr>
        <p:spPr>
          <a:xfrm>
            <a:off x="0" y="0"/>
            <a:ext cx="12192000" cy="8166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000066"/>
              </a:buClr>
              <a:buSzPts val="3300"/>
              <a:buFont typeface="Candara"/>
              <a:buNone/>
            </a:pPr>
            <a:r>
              <a:rPr lang="en-US"/>
              <a:t>Some Helpful Tips</a:t>
            </a:r>
            <a:endParaRPr/>
          </a:p>
        </p:txBody>
      </p:sp>
      <p:sp>
        <p:nvSpPr>
          <p:cNvPr id="370" name="Google Shape;370;g302481d6316_1_28"/>
          <p:cNvSpPr txBox="1"/>
          <p:nvPr>
            <p:ph idx="12" type="sldNum"/>
          </p:nvPr>
        </p:nvSpPr>
        <p:spPr>
          <a:xfrm>
            <a:off x="886951" y="6338389"/>
            <a:ext cx="1261200" cy="365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Font typeface="Arial"/>
              <a:buNone/>
            </a:pPr>
            <a:fld id="{00000000-1234-1234-1234-123412341234}" type="slidenum">
              <a:rPr lang="en-US"/>
              <a:t>‹#›</a:t>
            </a:fld>
            <a:endParaRPr/>
          </a:p>
        </p:txBody>
      </p:sp>
      <p:sp>
        <p:nvSpPr>
          <p:cNvPr id="371" name="Google Shape;371;g302481d6316_1_28"/>
          <p:cNvSpPr txBox="1"/>
          <p:nvPr>
            <p:ph idx="1" type="body"/>
          </p:nvPr>
        </p:nvSpPr>
        <p:spPr>
          <a:xfrm>
            <a:off x="157507" y="1032693"/>
            <a:ext cx="11805900" cy="5292000"/>
          </a:xfrm>
          <a:prstGeom prst="rect">
            <a:avLst/>
          </a:prstGeom>
          <a:noFill/>
          <a:ln>
            <a:noFill/>
          </a:ln>
        </p:spPr>
        <p:txBody>
          <a:bodyPr anchorCtr="0" anchor="t" bIns="45700" lIns="91425" spcFirstLastPara="1" rIns="91425" wrap="square" tIns="45700">
            <a:normAutofit lnSpcReduction="10000"/>
          </a:bodyPr>
          <a:lstStyle/>
          <a:p>
            <a:pPr indent="-344424" lvl="0" marL="342900" rtl="0" algn="l">
              <a:lnSpc>
                <a:spcPct val="100000"/>
              </a:lnSpc>
              <a:spcBef>
                <a:spcPts val="450"/>
              </a:spcBef>
              <a:spcAft>
                <a:spcPts val="0"/>
              </a:spcAft>
              <a:buSzPts val="1824"/>
              <a:buFont typeface="Arial"/>
              <a:buChar char="•"/>
            </a:pPr>
            <a:r>
              <a:rPr lang="en-US" sz="2400"/>
              <a:t>Source code modifications</a:t>
            </a:r>
            <a:endParaRPr/>
          </a:p>
          <a:p>
            <a:pPr indent="-429768" lvl="1" marL="800100" rtl="0" algn="l">
              <a:lnSpc>
                <a:spcPct val="100000"/>
              </a:lnSpc>
              <a:spcBef>
                <a:spcPts val="375"/>
              </a:spcBef>
              <a:spcAft>
                <a:spcPts val="0"/>
              </a:spcAft>
              <a:buSzPts val="1368"/>
              <a:buFont typeface="Arial"/>
              <a:buChar char="•"/>
            </a:pPr>
            <a:r>
              <a:rPr lang="en-US"/>
              <a:t>Don’t forget to rebuild gem5.</a:t>
            </a:r>
            <a:endParaRPr/>
          </a:p>
          <a:p>
            <a:pPr indent="-429768" lvl="1" marL="800100" rtl="0" algn="l">
              <a:lnSpc>
                <a:spcPct val="100000"/>
              </a:lnSpc>
              <a:spcBef>
                <a:spcPts val="375"/>
              </a:spcBef>
              <a:spcAft>
                <a:spcPts val="0"/>
              </a:spcAft>
              <a:buSzPts val="1368"/>
              <a:buFont typeface="Arial"/>
              <a:buChar char="•"/>
            </a:pPr>
            <a:r>
              <a:rPr lang="en-US"/>
              <a:t>Apply enhancements incrementally.</a:t>
            </a:r>
            <a:endParaRPr/>
          </a:p>
          <a:p>
            <a:pPr indent="-285750" lvl="0" marL="285750" rtl="0" algn="l">
              <a:spcBef>
                <a:spcPts val="450"/>
              </a:spcBef>
              <a:spcAft>
                <a:spcPts val="0"/>
              </a:spcAft>
              <a:buSzPts val="1824"/>
              <a:buFont typeface="Arial"/>
              <a:buChar char="•"/>
            </a:pPr>
            <a:r>
              <a:rPr lang="en-US" sz="2400"/>
              <a:t>Execution</a:t>
            </a:r>
            <a:endParaRPr/>
          </a:p>
          <a:p>
            <a:pPr indent="-429768" lvl="1" marL="800100" rtl="0" algn="l">
              <a:spcBef>
                <a:spcPts val="375"/>
              </a:spcBef>
              <a:spcAft>
                <a:spcPts val="0"/>
              </a:spcAft>
              <a:buSzPts val="1368"/>
              <a:buFont typeface="Arial"/>
              <a:buChar char="•"/>
            </a:pPr>
            <a:r>
              <a:rPr lang="en-US"/>
              <a:t>Ensure configuration options are correct (</a:t>
            </a:r>
            <a:r>
              <a:rPr lang="en-US">
                <a:latin typeface="Consolas"/>
                <a:ea typeface="Consolas"/>
                <a:cs typeface="Consolas"/>
                <a:sym typeface="Consolas"/>
              </a:rPr>
              <a:t>–l2cache</a:t>
            </a:r>
            <a:r>
              <a:rPr lang="en-US"/>
              <a:t> instead of </a:t>
            </a:r>
            <a:r>
              <a:rPr lang="en-US">
                <a:latin typeface="Consolas"/>
                <a:ea typeface="Consolas"/>
                <a:cs typeface="Consolas"/>
                <a:sym typeface="Consolas"/>
              </a:rPr>
              <a:t>--l2caches</a:t>
            </a:r>
            <a:r>
              <a:rPr lang="en-US"/>
              <a:t>).</a:t>
            </a:r>
            <a:endParaRPr/>
          </a:p>
          <a:p>
            <a:pPr indent="-429768" lvl="1" marL="800100" rtl="0" algn="l">
              <a:spcBef>
                <a:spcPts val="375"/>
              </a:spcBef>
              <a:spcAft>
                <a:spcPts val="0"/>
              </a:spcAft>
              <a:buSzPts val="1368"/>
              <a:buFont typeface="Arial"/>
              <a:buChar char="•"/>
            </a:pPr>
            <a:r>
              <a:rPr lang="en-US"/>
              <a:t>Make sure specified paths are correct.</a:t>
            </a:r>
            <a:endParaRPr/>
          </a:p>
          <a:p>
            <a:pPr indent="-429768" lvl="1" marL="800100" rtl="0" algn="l">
              <a:spcBef>
                <a:spcPts val="375"/>
              </a:spcBef>
              <a:spcAft>
                <a:spcPts val="0"/>
              </a:spcAft>
              <a:buSzPts val="1368"/>
              <a:buFont typeface="Arial"/>
              <a:buChar char="•"/>
            </a:pPr>
            <a:r>
              <a:rPr lang="en-US"/>
              <a:t>Ensure command-line options for program are correct.</a:t>
            </a:r>
            <a:endParaRPr/>
          </a:p>
          <a:p>
            <a:pPr indent="-342900" lvl="0" marL="342900" rtl="0" algn="l">
              <a:spcBef>
                <a:spcPts val="450"/>
              </a:spcBef>
              <a:spcAft>
                <a:spcPts val="0"/>
              </a:spcAft>
              <a:buSzPts val="1824"/>
              <a:buFont typeface="Arial"/>
              <a:buChar char="•"/>
            </a:pPr>
            <a:r>
              <a:rPr lang="en-US" sz="2400"/>
              <a:t>Debug</a:t>
            </a:r>
            <a:endParaRPr/>
          </a:p>
          <a:p>
            <a:pPr indent="-429768" lvl="1" marL="800100" rtl="0" algn="l">
              <a:spcBef>
                <a:spcPts val="375"/>
              </a:spcBef>
              <a:spcAft>
                <a:spcPts val="0"/>
              </a:spcAft>
              <a:buSzPts val="1368"/>
              <a:buFont typeface="Arial"/>
              <a:buChar char="•"/>
            </a:pPr>
            <a:r>
              <a:rPr lang="en-US"/>
              <a:t>Make sure modified logic is correct. </a:t>
            </a:r>
            <a:br>
              <a:rPr lang="en-US"/>
            </a:br>
            <a:r>
              <a:rPr lang="en-US"/>
              <a:t>You can try out as standalone and check it.</a:t>
            </a:r>
            <a:endParaRPr/>
          </a:p>
          <a:p>
            <a:pPr indent="-429768" lvl="1" marL="800100" rtl="0" algn="l">
              <a:spcBef>
                <a:spcPts val="375"/>
              </a:spcBef>
              <a:spcAft>
                <a:spcPts val="0"/>
              </a:spcAft>
              <a:buSzPts val="1368"/>
              <a:buFont typeface="Arial"/>
              <a:buChar char="•"/>
            </a:pPr>
            <a:r>
              <a:rPr lang="en-US"/>
              <a:t>Use DPRINTF (</a:t>
            </a:r>
            <a:r>
              <a:rPr lang="en-US" u="sng">
                <a:solidFill>
                  <a:schemeClr val="hlink"/>
                </a:solidFill>
                <a:hlinkClick r:id="rId3"/>
              </a:rPr>
              <a:t>Using debug flags in gem5</a:t>
            </a:r>
            <a:r>
              <a:rPr lang="en-US"/>
              <a:t>).</a:t>
            </a:r>
            <a:endParaRPr/>
          </a:p>
          <a:p>
            <a:pPr indent="-344424" lvl="0" marL="342900" rtl="0" algn="l">
              <a:spcBef>
                <a:spcPts val="0"/>
              </a:spcBef>
              <a:spcAft>
                <a:spcPts val="0"/>
              </a:spcAft>
              <a:buSzPts val="1824"/>
              <a:buFont typeface="Arial"/>
              <a:buChar char="•"/>
            </a:pPr>
            <a:r>
              <a:rPr lang="en-US" sz="2400"/>
              <a:t>Submission Related</a:t>
            </a:r>
            <a:endParaRPr/>
          </a:p>
          <a:p>
            <a:pPr indent="-457200" lvl="1" marL="800100" rtl="0" algn="l">
              <a:spcBef>
                <a:spcPts val="375"/>
              </a:spcBef>
              <a:spcAft>
                <a:spcPts val="0"/>
              </a:spcAft>
              <a:buSzPts val="1800"/>
              <a:buFont typeface="Arial"/>
              <a:buChar char="•"/>
            </a:pPr>
            <a:r>
              <a:rPr lang="en-US"/>
              <a:t>Make sure your files follow appropriate naming conventions and directory structure. Incorrect naming conventions or directory structures may be heavily penalized.</a:t>
            </a:r>
            <a:endParaRPr/>
          </a:p>
          <a:p>
            <a:pPr indent="-457200" lvl="1" marL="800100" rtl="0" algn="l">
              <a:spcBef>
                <a:spcPts val="375"/>
              </a:spcBef>
              <a:spcAft>
                <a:spcPts val="0"/>
              </a:spcAft>
              <a:buSzPts val="1800"/>
              <a:buFont typeface="Arial"/>
              <a:buChar char="•"/>
            </a:pPr>
            <a:r>
              <a:rPr lang="en-US"/>
              <a:t>Double-check that everything is correct before building.</a:t>
            </a:r>
            <a:endParaRPr/>
          </a:p>
          <a:p>
            <a:pPr indent="-457200" lvl="1" marL="800100" rtl="0" algn="l">
              <a:spcBef>
                <a:spcPts val="375"/>
              </a:spcBef>
              <a:spcAft>
                <a:spcPts val="0"/>
              </a:spcAft>
              <a:buSzPts val="1800"/>
              <a:buFont typeface="Arial"/>
              <a:buChar char="•"/>
            </a:pPr>
            <a:r>
              <a:rPr lang="en-US"/>
              <a:t>Do not forget to reset values after each problem.</a:t>
            </a:r>
            <a:endParaRPr/>
          </a:p>
        </p:txBody>
      </p:sp>
      <p:sp>
        <p:nvSpPr>
          <p:cNvPr id="372" name="Google Shape;372;g302481d6316_1_28"/>
          <p:cNvSpPr txBox="1"/>
          <p:nvPr>
            <p:ph idx="10" type="dt"/>
          </p:nvPr>
        </p:nvSpPr>
        <p:spPr>
          <a:xfrm>
            <a:off x="4820051" y="6365810"/>
            <a:ext cx="2551800" cy="3657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t>9/16/24</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ps">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2009-01-26T01:00:45Z</dcterms:created>
  <dc:creator>Aviral Shrivastava</dc:creator>
</cp:coreProperties>
</file>